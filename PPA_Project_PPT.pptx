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4" r:id="rId6"/>
    <p:sldId id="267" r:id="rId7"/>
    <p:sldId id="268" r:id="rId8"/>
    <p:sldId id="275" r:id="rId9"/>
    <p:sldId id="276" r:id="rId10"/>
    <p:sldId id="277" r:id="rId11"/>
    <p:sldId id="278" r:id="rId12"/>
    <p:sldId id="279" r:id="rId13"/>
    <p:sldId id="280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5363A-9B58-4A4C-8A31-2A2A191DC53B}" v="7" dt="2026-05-08T13:53:30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rfan" userId="314d6608eebbc101" providerId="LiveId" clId="{4BB0DD80-E321-46C6-B8CC-69530AEF8B13}"/>
    <pc:docChg chg="undo redo custSel addSld delSld modSld sldOrd">
      <pc:chgData name="Md. Irfan" userId="314d6608eebbc101" providerId="LiveId" clId="{4BB0DD80-E321-46C6-B8CC-69530AEF8B13}" dt="2026-05-12T05:24:51.328" v="2183" actId="20577"/>
      <pc:docMkLst>
        <pc:docMk/>
      </pc:docMkLst>
      <pc:sldChg chg="addSp delSp modSp add mod ord setBg modClrScheme chgLayout">
        <pc:chgData name="Md. Irfan" userId="314d6608eebbc101" providerId="LiveId" clId="{4BB0DD80-E321-46C6-B8CC-69530AEF8B13}" dt="2026-05-08T06:21:48.569" v="2110" actId="700"/>
        <pc:sldMkLst>
          <pc:docMk/>
          <pc:sldMk cId="0" sldId="258"/>
        </pc:sldMkLst>
        <pc:spChg chg="mod">
          <ac:chgData name="Md. Irfan" userId="314d6608eebbc101" providerId="LiveId" clId="{4BB0DD80-E321-46C6-B8CC-69530AEF8B13}" dt="2026-05-04T12:56:15.191" v="243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Md. Irfan" userId="314d6608eebbc101" providerId="LiveId" clId="{4BB0DD80-E321-46C6-B8CC-69530AEF8B13}" dt="2026-05-04T12:56:21.174" v="244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Md. Irfan" userId="314d6608eebbc101" providerId="LiveId" clId="{4BB0DD80-E321-46C6-B8CC-69530AEF8B13}" dt="2026-05-04T13:08:01.634" v="274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d. Irfan" userId="314d6608eebbc101" providerId="LiveId" clId="{4BB0DD80-E321-46C6-B8CC-69530AEF8B13}" dt="2026-05-04T12:53:37.684" v="242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d. Irfan" userId="314d6608eebbc101" providerId="LiveId" clId="{4BB0DD80-E321-46C6-B8CC-69530AEF8B13}" dt="2026-05-04T12:56:33.620" v="24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d. Irfan" userId="314d6608eebbc101" providerId="LiveId" clId="{4BB0DD80-E321-46C6-B8CC-69530AEF8B13}" dt="2026-05-05T04:56:09.634" v="2000" actId="11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d. Irfan" userId="314d6608eebbc101" providerId="LiveId" clId="{4BB0DD80-E321-46C6-B8CC-69530AEF8B13}" dt="2026-05-04T12:52:48.257" v="203" actId="25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d. Irfan" userId="314d6608eebbc101" providerId="LiveId" clId="{4BB0DD80-E321-46C6-B8CC-69530AEF8B13}" dt="2026-05-04T13:08:12.716" v="275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d. Irfan" userId="314d6608eebbc101" providerId="LiveId" clId="{4BB0DD80-E321-46C6-B8CC-69530AEF8B13}" dt="2026-05-04T12:57:05.800" v="246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d. Irfan" userId="314d6608eebbc101" providerId="LiveId" clId="{4BB0DD80-E321-46C6-B8CC-69530AEF8B13}" dt="2026-05-04T13:00:41.779" v="247" actId="207"/>
          <ac:spMkLst>
            <pc:docMk/>
            <pc:sldMk cId="0" sldId="258"/>
            <ac:spMk id="20" creationId="{00000000-0000-0000-0000-000000000000}"/>
          </ac:spMkLst>
        </pc:spChg>
        <pc:spChg chg="add mod">
          <ac:chgData name="Md. Irfan" userId="314d6608eebbc101" providerId="LiveId" clId="{4BB0DD80-E321-46C6-B8CC-69530AEF8B13}" dt="2026-05-04T13:10:28.044" v="289" actId="1076"/>
          <ac:spMkLst>
            <pc:docMk/>
            <pc:sldMk cId="0" sldId="258"/>
            <ac:spMk id="23" creationId="{D2C67D97-01FB-B316-D243-ABF056D7FD14}"/>
          </ac:spMkLst>
        </pc:spChg>
      </pc:sldChg>
      <pc:sldChg chg="addSp delSp modSp add mod ord setBg modClrScheme chgLayout">
        <pc:chgData name="Md. Irfan" userId="314d6608eebbc101" providerId="LiveId" clId="{4BB0DD80-E321-46C6-B8CC-69530AEF8B13}" dt="2026-05-08T06:21:41.906" v="2109" actId="700"/>
        <pc:sldMkLst>
          <pc:docMk/>
          <pc:sldMk cId="0" sldId="259"/>
        </pc:sldMkLst>
        <pc:spChg chg="mod">
          <ac:chgData name="Md. Irfan" userId="314d6608eebbc101" providerId="LiveId" clId="{4BB0DD80-E321-46C6-B8CC-69530AEF8B13}" dt="2026-05-04T13:04:45.619" v="254" actId="207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Md. Irfan" userId="314d6608eebbc101" providerId="LiveId" clId="{4BB0DD80-E321-46C6-B8CC-69530AEF8B13}" dt="2026-05-04T13:07:14.714" v="270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Md. Irfan" userId="314d6608eebbc101" providerId="LiveId" clId="{4BB0DD80-E321-46C6-B8CC-69530AEF8B13}" dt="2026-05-04T13:29:53.376" v="352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Md. Irfan" userId="314d6608eebbc101" providerId="LiveId" clId="{4BB0DD80-E321-46C6-B8CC-69530AEF8B13}" dt="2026-05-04T13:21:32.347" v="308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Md. Irfan" userId="314d6608eebbc101" providerId="LiveId" clId="{4BB0DD80-E321-46C6-B8CC-69530AEF8B13}" dt="2026-05-06T15:58:33.265" v="2039"/>
          <ac:spMkLst>
            <pc:docMk/>
            <pc:sldMk cId="0" sldId="259"/>
            <ac:spMk id="9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d. Irfan" userId="314d6608eebbc101" providerId="LiveId" clId="{4BB0DD80-E321-46C6-B8CC-69530AEF8B13}" dt="2026-05-06T15:59:04.301" v="2049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d. Irfan" userId="314d6608eebbc101" providerId="LiveId" clId="{4BB0DD80-E321-46C6-B8CC-69530AEF8B13}" dt="2026-05-06T16:03:54.012" v="210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d. Irfan" userId="314d6608eebbc101" providerId="LiveId" clId="{4BB0DD80-E321-46C6-B8CC-69530AEF8B13}" dt="2026-05-06T16:04:21.518" v="21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d. Irfan" userId="314d6608eebbc101" providerId="LiveId" clId="{4BB0DD80-E321-46C6-B8CC-69530AEF8B13}" dt="2026-05-04T13:29:53.376" v="352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d. Irfan" userId="314d6608eebbc101" providerId="LiveId" clId="{4BB0DD80-E321-46C6-B8CC-69530AEF8B13}" dt="2026-05-06T16:04:41.338" v="210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d. Irfan" userId="314d6608eebbc101" providerId="LiveId" clId="{4BB0DD80-E321-46C6-B8CC-69530AEF8B13}" dt="2026-05-04T13:21:31.853" v="307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d. Irfan" userId="314d6608eebbc101" providerId="LiveId" clId="{4BB0DD80-E321-46C6-B8CC-69530AEF8B13}" dt="2026-05-04T13:29:53.376" v="352" actId="14100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6T16:05:00.459" v="2108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25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d. Irfan" userId="314d6608eebbc101" providerId="LiveId" clId="{4BB0DD80-E321-46C6-B8CC-69530AEF8B13}" dt="2026-05-04T13:21:55.734" v="310" actId="14100"/>
          <ac:spMkLst>
            <pc:docMk/>
            <pc:sldMk cId="0" sldId="259"/>
            <ac:spMk id="27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12.039" v="355" actId="14100"/>
          <ac:spMkLst>
            <pc:docMk/>
            <pc:sldMk cId="0" sldId="259"/>
            <ac:spMk id="29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0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1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2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4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5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3:30:29.328" v="356" actId="1076"/>
          <ac:spMkLst>
            <pc:docMk/>
            <pc:sldMk cId="0" sldId="259"/>
            <ac:spMk id="36" creationId="{00000000-0000-0000-0000-000000000000}"/>
          </ac:spMkLst>
        </pc:spChg>
      </pc:sldChg>
      <pc:sldChg chg="modSp add mod ord setBg modClrScheme chgLayout">
        <pc:chgData name="Md. Irfan" userId="314d6608eebbc101" providerId="LiveId" clId="{4BB0DD80-E321-46C6-B8CC-69530AEF8B13}" dt="2026-05-10T06:33:04.879" v="2173" actId="20577"/>
        <pc:sldMkLst>
          <pc:docMk/>
          <pc:sldMk cId="0" sldId="260"/>
        </pc:sldMkLst>
        <pc:spChg chg="mod">
          <ac:chgData name="Md. Irfan" userId="314d6608eebbc101" providerId="LiveId" clId="{4BB0DD80-E321-46C6-B8CC-69530AEF8B13}" dt="2026-05-04T13:36:21.381" v="360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d. Irfan" userId="314d6608eebbc101" providerId="LiveId" clId="{4BB0DD80-E321-46C6-B8CC-69530AEF8B13}" dt="2026-05-04T13:38:30" v="368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29.269" v="36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d. Irfan" userId="314d6608eebbc101" providerId="LiveId" clId="{4BB0DD80-E321-46C6-B8CC-69530AEF8B13}" dt="2026-05-04T14:51:32.727" v="813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d. Irfan" userId="314d6608eebbc101" providerId="LiveId" clId="{4BB0DD80-E321-46C6-B8CC-69530AEF8B13}" dt="2026-05-10T06:33:04.879" v="217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Md. Irfan" userId="314d6608eebbc101" providerId="LiveId" clId="{4BB0DD80-E321-46C6-B8CC-69530AEF8B13}" dt="2026-05-04T13:37:47.616" v="365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d. Irfan" userId="314d6608eebbc101" providerId="LiveId" clId="{4BB0DD80-E321-46C6-B8CC-69530AEF8B13}" dt="2026-05-04T13:38:54.593" v="370" actId="20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d. Irfan" userId="314d6608eebbc101" providerId="LiveId" clId="{4BB0DD80-E321-46C6-B8CC-69530AEF8B13}" dt="2026-05-04T13:38:39.530" v="369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Md. Irfan" userId="314d6608eebbc101" providerId="LiveId" clId="{4BB0DD80-E321-46C6-B8CC-69530AEF8B13}" dt="2026-05-04T13:41:23.735" v="372" actId="207"/>
          <ac:spMkLst>
            <pc:docMk/>
            <pc:sldMk cId="0" sldId="260"/>
            <ac:spMk id="29" creationId="{00000000-0000-0000-0000-000000000000}"/>
          </ac:spMkLst>
        </pc:spChg>
      </pc:sldChg>
      <pc:sldChg chg="addSp delSp modSp add mod ord setBg modClrScheme chgLayout">
        <pc:chgData name="Md. Irfan" userId="314d6608eebbc101" providerId="LiveId" clId="{4BB0DD80-E321-46C6-B8CC-69530AEF8B13}" dt="2026-05-11T05:14:31.456" v="2174" actId="20577"/>
        <pc:sldMkLst>
          <pc:docMk/>
          <pc:sldMk cId="0" sldId="261"/>
        </pc:sldMkLst>
        <pc:spChg chg="mod">
          <ac:chgData name="Md. Irfan" userId="314d6608eebbc101" providerId="LiveId" clId="{4BB0DD80-E321-46C6-B8CC-69530AEF8B13}" dt="2026-05-06T15:58:23.682" v="203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d. Irfan" userId="314d6608eebbc101" providerId="LiveId" clId="{4BB0DD80-E321-46C6-B8CC-69530AEF8B13}" dt="2026-05-04T13:43:41.521" v="395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Md. Irfan" userId="314d6608eebbc101" providerId="LiveId" clId="{4BB0DD80-E321-46C6-B8CC-69530AEF8B13}" dt="2026-05-04T13:52:50.095" v="427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Md. Irfan" userId="314d6608eebbc101" providerId="LiveId" clId="{4BB0DD80-E321-46C6-B8CC-69530AEF8B13}" dt="2026-05-05T02:43:08.284" v="1396" actId="208"/>
          <ac:spMkLst>
            <pc:docMk/>
            <pc:sldMk cId="0" sldId="261"/>
            <ac:spMk id="7" creationId="{00000000-0000-0000-0000-000000000000}"/>
          </ac:spMkLst>
        </pc:spChg>
        <pc:spChg chg="mod">
          <ac:chgData name="Md. Irfan" userId="314d6608eebbc101" providerId="LiveId" clId="{4BB0DD80-E321-46C6-B8CC-69530AEF8B13}" dt="2026-05-05T02:42:51.011" v="1395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Md. Irfan" userId="314d6608eebbc101" providerId="LiveId" clId="{4BB0DD80-E321-46C6-B8CC-69530AEF8B13}" dt="2026-05-11T05:14:31.456" v="2174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Md. Irfan" userId="314d6608eebbc101" providerId="LiveId" clId="{4BB0DD80-E321-46C6-B8CC-69530AEF8B13}" dt="2026-05-04T13:43:34.307" v="387" actId="1076"/>
          <ac:spMkLst>
            <pc:docMk/>
            <pc:sldMk cId="0" sldId="261"/>
            <ac:spMk id="11" creationId="{00000000-0000-0000-0000-000000000000}"/>
          </ac:spMkLst>
        </pc:spChg>
        <pc:spChg chg="add mod">
          <ac:chgData name="Md. Irfan" userId="314d6608eebbc101" providerId="LiveId" clId="{4BB0DD80-E321-46C6-B8CC-69530AEF8B13}" dt="2026-05-04T13:48:11.608" v="405" actId="207"/>
          <ac:spMkLst>
            <pc:docMk/>
            <pc:sldMk cId="0" sldId="261"/>
            <ac:spMk id="12" creationId="{2936B514-75B9-78CC-BA7A-D62DF3E7102B}"/>
          </ac:spMkLst>
        </pc:spChg>
      </pc:sldChg>
      <pc:sldChg chg="addSp delSp modSp add mod ord setBg modClrScheme chgLayout">
        <pc:chgData name="Md. Irfan" userId="314d6608eebbc101" providerId="LiveId" clId="{4BB0DD80-E321-46C6-B8CC-69530AEF8B13}" dt="2026-05-11T14:40:51.137" v="2182" actId="20577"/>
        <pc:sldMkLst>
          <pc:docMk/>
          <pc:sldMk cId="0" sldId="264"/>
        </pc:sldMkLst>
        <pc:spChg chg="mod">
          <ac:chgData name="Md. Irfan" userId="314d6608eebbc101" providerId="LiveId" clId="{4BB0DD80-E321-46C6-B8CC-69530AEF8B13}" dt="2026-05-06T15:59:44.439" v="2071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Md. Irfan" userId="314d6608eebbc101" providerId="LiveId" clId="{4BB0DD80-E321-46C6-B8CC-69530AEF8B13}" dt="2026-05-04T14:35:55.736" v="608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Md. Irfan" userId="314d6608eebbc101" providerId="LiveId" clId="{4BB0DD80-E321-46C6-B8CC-69530AEF8B13}" dt="2026-05-04T14:40:41.069" v="643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Md. Irfan" userId="314d6608eebbc101" providerId="LiveId" clId="{4BB0DD80-E321-46C6-B8CC-69530AEF8B13}" dt="2026-05-04T14:52:06.664" v="814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41.854" v="629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41.854" v="62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41.854" v="629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d. Irfan" userId="314d6608eebbc101" providerId="LiveId" clId="{4BB0DD80-E321-46C6-B8CC-69530AEF8B13}" dt="2026-05-04T14:44:28.251" v="725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d. Irfan" userId="314d6608eebbc101" providerId="LiveId" clId="{4BB0DD80-E321-46C6-B8CC-69530AEF8B13}" dt="2026-05-04T14:52:10.850" v="815" actId="20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57.885" v="630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57.885" v="630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d. Irfan" userId="314d6608eebbc101" providerId="LiveId" clId="{4BB0DD80-E321-46C6-B8CC-69530AEF8B13}" dt="2026-05-04T14:38:57.885" v="630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Md. Irfan" userId="314d6608eebbc101" providerId="LiveId" clId="{4BB0DD80-E321-46C6-B8CC-69530AEF8B13}" dt="2026-05-04T14:46:04.416" v="731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d. Irfan" userId="314d6608eebbc101" providerId="LiveId" clId="{4BB0DD80-E321-46C6-B8CC-69530AEF8B13}" dt="2026-05-04T14:52:14.452" v="816" actId="20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d. Irfan" userId="314d6608eebbc101" providerId="LiveId" clId="{4BB0DD80-E321-46C6-B8CC-69530AEF8B13}" dt="2026-05-04T14:39:16.696" v="631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Md. Irfan" userId="314d6608eebbc101" providerId="LiveId" clId="{4BB0DD80-E321-46C6-B8CC-69530AEF8B13}" dt="2026-05-04T14:39:16.696" v="631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Md. Irfan" userId="314d6608eebbc101" providerId="LiveId" clId="{4BB0DD80-E321-46C6-B8CC-69530AEF8B13}" dt="2026-05-04T14:39:16.696" v="631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d. Irfan" userId="314d6608eebbc101" providerId="LiveId" clId="{4BB0DD80-E321-46C6-B8CC-69530AEF8B13}" dt="2026-05-04T14:46:32.139" v="732" actId="20577"/>
          <ac:spMkLst>
            <pc:docMk/>
            <pc:sldMk cId="0" sldId="264"/>
            <ac:spMk id="24" creationId="{00000000-0000-0000-0000-000000000000}"/>
          </ac:spMkLst>
        </pc:spChg>
        <pc:spChg chg="mod">
          <ac:chgData name="Md. Irfan" userId="314d6608eebbc101" providerId="LiveId" clId="{4BB0DD80-E321-46C6-B8CC-69530AEF8B13}" dt="2026-05-04T14:52:17.991" v="817" actId="20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Md. Irfan" userId="314d6608eebbc101" providerId="LiveId" clId="{4BB0DD80-E321-46C6-B8CC-69530AEF8B13}" dt="2026-05-04T14:36:40.528" v="614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d. Irfan" userId="314d6608eebbc101" providerId="LiveId" clId="{4BB0DD80-E321-46C6-B8CC-69530AEF8B13}" dt="2026-05-04T14:36:40.528" v="614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d. Irfan" userId="314d6608eebbc101" providerId="LiveId" clId="{4BB0DD80-E321-46C6-B8CC-69530AEF8B13}" dt="2026-05-04T14:36:40.528" v="614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d. Irfan" userId="314d6608eebbc101" providerId="LiveId" clId="{4BB0DD80-E321-46C6-B8CC-69530AEF8B13}" dt="2026-05-04T14:36:40.528" v="614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d. Irfan" userId="314d6608eebbc101" providerId="LiveId" clId="{4BB0DD80-E321-46C6-B8CC-69530AEF8B13}" dt="2026-05-04T14:51:06.025" v="810" actId="207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d. Irfan" userId="314d6608eebbc101" providerId="LiveId" clId="{4BB0DD80-E321-46C6-B8CC-69530AEF8B13}" dt="2026-05-04T14:51:26.191" v="812" actId="20577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d. Irfan" userId="314d6608eebbc101" providerId="LiveId" clId="{4BB0DD80-E321-46C6-B8CC-69530AEF8B13}" dt="2026-05-11T14:40:51.137" v="2182" actId="20577"/>
          <ac:spMkLst>
            <pc:docMk/>
            <pc:sldMk cId="0" sldId="264"/>
            <ac:spMk id="32" creationId="{00000000-0000-0000-0000-000000000000}"/>
          </ac:spMkLst>
        </pc:spChg>
        <pc:spChg chg="add mod">
          <ac:chgData name="Md. Irfan" userId="314d6608eebbc101" providerId="LiveId" clId="{4BB0DD80-E321-46C6-B8CC-69530AEF8B13}" dt="2026-05-04T14:38:06.680" v="626" actId="1076"/>
          <ac:spMkLst>
            <pc:docMk/>
            <pc:sldMk cId="0" sldId="264"/>
            <ac:spMk id="36" creationId="{22C7B135-5BCB-4FE7-B07E-854FAEFEB380}"/>
          </ac:spMkLst>
        </pc:spChg>
      </pc:sldChg>
      <pc:sldChg chg="addSp delSp modSp add mod ord modClrScheme chgLayout">
        <pc:chgData name="Md. Irfan" userId="314d6608eebbc101" providerId="LiveId" clId="{4BB0DD80-E321-46C6-B8CC-69530AEF8B13}" dt="2026-05-08T06:21:41.906" v="2109" actId="700"/>
        <pc:sldMkLst>
          <pc:docMk/>
          <pc:sldMk cId="3868705156" sldId="267"/>
        </pc:sldMkLst>
        <pc:spChg chg="mod">
          <ac:chgData name="Md. Irfan" userId="314d6608eebbc101" providerId="LiveId" clId="{4BB0DD80-E321-46C6-B8CC-69530AEF8B13}" dt="2026-05-06T16:00:56.329" v="2079" actId="20577"/>
          <ac:spMkLst>
            <pc:docMk/>
            <pc:sldMk cId="3868705156" sldId="267"/>
            <ac:spMk id="2" creationId="{A230CFDC-F465-E243-6829-C6AC633B6EA2}"/>
          </ac:spMkLst>
        </pc:spChg>
      </pc:sldChg>
      <pc:sldChg chg="addSp delSp modSp add mod modClrScheme chgLayout">
        <pc:chgData name="Md. Irfan" userId="314d6608eebbc101" providerId="LiveId" clId="{4BB0DD80-E321-46C6-B8CC-69530AEF8B13}" dt="2026-05-12T05:24:51.328" v="2183" actId="20577"/>
        <pc:sldMkLst>
          <pc:docMk/>
          <pc:sldMk cId="2775529827" sldId="268"/>
        </pc:sldMkLst>
        <pc:spChg chg="mod">
          <ac:chgData name="Md. Irfan" userId="314d6608eebbc101" providerId="LiveId" clId="{4BB0DD80-E321-46C6-B8CC-69530AEF8B13}" dt="2026-05-06T16:01:24.257" v="2083" actId="20577"/>
          <ac:spMkLst>
            <pc:docMk/>
            <pc:sldMk cId="2775529827" sldId="268"/>
            <ac:spMk id="2" creationId="{89BA8572-8765-258C-13CF-B70B4589FE74}"/>
          </ac:spMkLst>
        </pc:spChg>
        <pc:spChg chg="mod">
          <ac:chgData name="Md. Irfan" userId="314d6608eebbc101" providerId="LiveId" clId="{4BB0DD80-E321-46C6-B8CC-69530AEF8B13}" dt="2026-05-04T15:24:17.580" v="1102" actId="207"/>
          <ac:spMkLst>
            <pc:docMk/>
            <pc:sldMk cId="2775529827" sldId="268"/>
            <ac:spMk id="6" creationId="{90018366-17CE-5521-7080-6B3C8210E9EF}"/>
          </ac:spMkLst>
        </pc:spChg>
        <pc:spChg chg="mod">
          <ac:chgData name="Md. Irfan" userId="314d6608eebbc101" providerId="LiveId" clId="{4BB0DD80-E321-46C6-B8CC-69530AEF8B13}" dt="2026-05-04T15:24:05.016" v="1101" actId="207"/>
          <ac:spMkLst>
            <pc:docMk/>
            <pc:sldMk cId="2775529827" sldId="268"/>
            <ac:spMk id="7" creationId="{3DEBAAF2-C21A-3D10-ED4F-E5159490CC25}"/>
          </ac:spMkLst>
        </pc:spChg>
        <pc:spChg chg="add mod">
          <ac:chgData name="Md. Irfan" userId="314d6608eebbc101" providerId="LiveId" clId="{4BB0DD80-E321-46C6-B8CC-69530AEF8B13}" dt="2026-05-04T15:22:28.206" v="1090"/>
          <ac:spMkLst>
            <pc:docMk/>
            <pc:sldMk cId="2775529827" sldId="268"/>
            <ac:spMk id="8" creationId="{63EB08AD-B2A3-B2B5-DD86-F1F3844A9443}"/>
          </ac:spMkLst>
        </pc:spChg>
        <pc:spChg chg="mod">
          <ac:chgData name="Md. Irfan" userId="314d6608eebbc101" providerId="LiveId" clId="{4BB0DD80-E321-46C6-B8CC-69530AEF8B13}" dt="2026-05-04T15:22:43.565" v="1091" actId="1076"/>
          <ac:spMkLst>
            <pc:docMk/>
            <pc:sldMk cId="2775529827" sldId="268"/>
            <ac:spMk id="9" creationId="{97BBE641-D288-1FD8-1A44-A52FCF0B9B4A}"/>
          </ac:spMkLst>
        </pc:spChg>
        <pc:spChg chg="mod">
          <ac:chgData name="Md. Irfan" userId="314d6608eebbc101" providerId="LiveId" clId="{4BB0DD80-E321-46C6-B8CC-69530AEF8B13}" dt="2026-05-05T03:14:52.860" v="1718" actId="1076"/>
          <ac:spMkLst>
            <pc:docMk/>
            <pc:sldMk cId="2775529827" sldId="268"/>
            <ac:spMk id="10" creationId="{401BC34A-3FDB-6770-A6BF-BA88FDD60257}"/>
          </ac:spMkLst>
        </pc:spChg>
        <pc:spChg chg="mod">
          <ac:chgData name="Md. Irfan" userId="314d6608eebbc101" providerId="LiveId" clId="{4BB0DD80-E321-46C6-B8CC-69530AEF8B13}" dt="2026-05-04T15:24:00.134" v="1100" actId="207"/>
          <ac:spMkLst>
            <pc:docMk/>
            <pc:sldMk cId="2775529827" sldId="268"/>
            <ac:spMk id="12" creationId="{32A3894E-DCF0-2B99-38E1-2555D8E246ED}"/>
          </ac:spMkLst>
        </pc:spChg>
        <pc:spChg chg="add mod">
          <ac:chgData name="Md. Irfan" userId="314d6608eebbc101" providerId="LiveId" clId="{4BB0DD80-E321-46C6-B8CC-69530AEF8B13}" dt="2026-05-04T15:22:28.206" v="1090"/>
          <ac:spMkLst>
            <pc:docMk/>
            <pc:sldMk cId="2775529827" sldId="268"/>
            <ac:spMk id="13" creationId="{729677A5-CCBD-7B76-3582-49E09DCF382A}"/>
          </ac:spMkLst>
        </pc:spChg>
        <pc:spChg chg="add mod">
          <ac:chgData name="Md. Irfan" userId="314d6608eebbc101" providerId="LiveId" clId="{4BB0DD80-E321-46C6-B8CC-69530AEF8B13}" dt="2026-05-04T15:22:51.462" v="1092" actId="1076"/>
          <ac:spMkLst>
            <pc:docMk/>
            <pc:sldMk cId="2775529827" sldId="268"/>
            <ac:spMk id="14" creationId="{7B4FABBC-C801-8B74-58B2-F89D6DBFFB4D}"/>
          </ac:spMkLst>
        </pc:spChg>
        <pc:spChg chg="mod">
          <ac:chgData name="Md. Irfan" userId="314d6608eebbc101" providerId="LiveId" clId="{4BB0DD80-E321-46C6-B8CC-69530AEF8B13}" dt="2026-05-12T05:24:51.328" v="2183" actId="20577"/>
          <ac:spMkLst>
            <pc:docMk/>
            <pc:sldMk cId="2775529827" sldId="268"/>
            <ac:spMk id="15" creationId="{FE88FD90-58DB-0DAF-0565-93B38EB70AF0}"/>
          </ac:spMkLst>
        </pc:spChg>
        <pc:spChg chg="add mod">
          <ac:chgData name="Md. Irfan" userId="314d6608eebbc101" providerId="LiveId" clId="{4BB0DD80-E321-46C6-B8CC-69530AEF8B13}" dt="2026-05-05T03:14:24.168" v="1713" actId="1076"/>
          <ac:spMkLst>
            <pc:docMk/>
            <pc:sldMk cId="2775529827" sldId="268"/>
            <ac:spMk id="16" creationId="{F5CE7217-9BA5-3798-D960-BB0A9A439FC1}"/>
          </ac:spMkLst>
        </pc:spChg>
        <pc:spChg chg="mod">
          <ac:chgData name="Md. Irfan" userId="314d6608eebbc101" providerId="LiveId" clId="{4BB0DD80-E321-46C6-B8CC-69530AEF8B13}" dt="2026-05-04T15:23:55.346" v="1099" actId="207"/>
          <ac:spMkLst>
            <pc:docMk/>
            <pc:sldMk cId="2775529827" sldId="268"/>
            <ac:spMk id="17" creationId="{1F4C368F-2246-BC78-49F3-0B412D6C7C76}"/>
          </ac:spMkLst>
        </pc:spChg>
        <pc:spChg chg="add mod">
          <ac:chgData name="Md. Irfan" userId="314d6608eebbc101" providerId="LiveId" clId="{4BB0DD80-E321-46C6-B8CC-69530AEF8B13}" dt="2026-05-04T15:22:55.686" v="1093" actId="1076"/>
          <ac:spMkLst>
            <pc:docMk/>
            <pc:sldMk cId="2775529827" sldId="268"/>
            <ac:spMk id="19" creationId="{C641EC8F-56B8-9C63-631A-D223301AD39C}"/>
          </ac:spMkLst>
        </pc:spChg>
        <pc:spChg chg="mod">
          <ac:chgData name="Md. Irfan" userId="314d6608eebbc101" providerId="LiveId" clId="{4BB0DD80-E321-46C6-B8CC-69530AEF8B13}" dt="2026-05-05T03:15:03.779" v="1719" actId="1076"/>
          <ac:spMkLst>
            <pc:docMk/>
            <pc:sldMk cId="2775529827" sldId="268"/>
            <ac:spMk id="20" creationId="{03ACC304-4D2A-C97C-96CF-7B154BABF2C1}"/>
          </ac:spMkLst>
        </pc:spChg>
        <pc:spChg chg="mod">
          <ac:chgData name="Md. Irfan" userId="314d6608eebbc101" providerId="LiveId" clId="{4BB0DD80-E321-46C6-B8CC-69530AEF8B13}" dt="2026-05-04T15:23:50.116" v="1098" actId="207"/>
          <ac:spMkLst>
            <pc:docMk/>
            <pc:sldMk cId="2775529827" sldId="268"/>
            <ac:spMk id="22" creationId="{EB655D7F-987F-876C-70E8-9E3C62BE00D1}"/>
          </ac:spMkLst>
        </pc:spChg>
        <pc:spChg chg="add mod">
          <ac:chgData name="Md. Irfan" userId="314d6608eebbc101" providerId="LiveId" clId="{4BB0DD80-E321-46C6-B8CC-69530AEF8B13}" dt="2026-05-04T15:22:28.206" v="1090"/>
          <ac:spMkLst>
            <pc:docMk/>
            <pc:sldMk cId="2775529827" sldId="268"/>
            <ac:spMk id="23" creationId="{FEF061ED-AE9F-D7D5-8472-3FF437BC4D99}"/>
          </ac:spMkLst>
        </pc:spChg>
        <pc:spChg chg="add mod">
          <ac:chgData name="Md. Irfan" userId="314d6608eebbc101" providerId="LiveId" clId="{4BB0DD80-E321-46C6-B8CC-69530AEF8B13}" dt="2026-05-04T15:34:39.727" v="1182" actId="1076"/>
          <ac:spMkLst>
            <pc:docMk/>
            <pc:sldMk cId="2775529827" sldId="268"/>
            <ac:spMk id="26" creationId="{262B6208-F866-C055-F1A2-C040D225D954}"/>
          </ac:spMkLst>
        </pc:spChg>
        <pc:spChg chg="add mod">
          <ac:chgData name="Md. Irfan" userId="314d6608eebbc101" providerId="LiveId" clId="{4BB0DD80-E321-46C6-B8CC-69530AEF8B13}" dt="2026-05-04T15:35:08.713" v="1185" actId="1076"/>
          <ac:spMkLst>
            <pc:docMk/>
            <pc:sldMk cId="2775529827" sldId="268"/>
            <ac:spMk id="29" creationId="{7A6967C9-7509-8039-CA33-E60EE4125632}"/>
          </ac:spMkLst>
        </pc:spChg>
        <pc:spChg chg="mod">
          <ac:chgData name="Md. Irfan" userId="314d6608eebbc101" providerId="LiveId" clId="{4BB0DD80-E321-46C6-B8CC-69530AEF8B13}" dt="2026-05-04T15:34:49.424" v="1183" actId="1076"/>
          <ac:spMkLst>
            <pc:docMk/>
            <pc:sldMk cId="2775529827" sldId="268"/>
            <ac:spMk id="32" creationId="{618BAFEC-EF25-17F2-AD42-562B6C57A43E}"/>
          </ac:spMkLst>
        </pc:spChg>
        <pc:spChg chg="mod">
          <ac:chgData name="Md. Irfan" userId="314d6608eebbc101" providerId="LiveId" clId="{4BB0DD80-E321-46C6-B8CC-69530AEF8B13}" dt="2026-05-05T04:31:35.587" v="1909" actId="20577"/>
          <ac:spMkLst>
            <pc:docMk/>
            <pc:sldMk cId="2775529827" sldId="268"/>
            <ac:spMk id="33" creationId="{6AB2F75F-46B8-07FE-8FAF-70CBF6304C1C}"/>
          </ac:spMkLst>
        </pc:spChg>
        <pc:spChg chg="add del mod">
          <ac:chgData name="Md. Irfan" userId="314d6608eebbc101" providerId="LiveId" clId="{4BB0DD80-E321-46C6-B8CC-69530AEF8B13}" dt="2026-05-04T15:47:23.165" v="1313" actId="1076"/>
          <ac:spMkLst>
            <pc:docMk/>
            <pc:sldMk cId="2775529827" sldId="268"/>
            <ac:spMk id="34" creationId="{FAE83C99-B9E5-E554-DFF3-C995754B0DB6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35" creationId="{441C2870-4EB4-FE25-B91A-F44C5F6F6E90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36" creationId="{CE0476D6-3E5A-320D-AF5F-E84671DFA0D3}"/>
          </ac:spMkLst>
        </pc:spChg>
        <pc:spChg chg="add del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40" creationId="{C3458C88-D5A9-574A-DD87-AAFE73DE4115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41" creationId="{19C97F15-CCBC-4B1B-0A4D-AC82ED63EA5F}"/>
          </ac:spMkLst>
        </pc:spChg>
        <pc:spChg chg="add mod">
          <ac:chgData name="Md. Irfan" userId="314d6608eebbc101" providerId="LiveId" clId="{4BB0DD80-E321-46C6-B8CC-69530AEF8B13}" dt="2026-05-04T15:47:14.509" v="1310" actId="1076"/>
          <ac:spMkLst>
            <pc:docMk/>
            <pc:sldMk cId="2775529827" sldId="268"/>
            <ac:spMk id="43" creationId="{FCD6C3CA-B6C5-0AED-ADBA-AD706511D938}"/>
          </ac:spMkLst>
        </pc:spChg>
        <pc:spChg chg="mod">
          <ac:chgData name="Md. Irfan" userId="314d6608eebbc101" providerId="LiveId" clId="{4BB0DD80-E321-46C6-B8CC-69530AEF8B13}" dt="2026-05-04T15:47:17.980" v="1311" actId="1076"/>
          <ac:spMkLst>
            <pc:docMk/>
            <pc:sldMk cId="2775529827" sldId="268"/>
            <ac:spMk id="44" creationId="{75F06F68-14C9-CA74-C211-E11604898010}"/>
          </ac:spMkLst>
        </pc:spChg>
        <pc:spChg chg="mod">
          <ac:chgData name="Md. Irfan" userId="314d6608eebbc101" providerId="LiveId" clId="{4BB0DD80-E321-46C6-B8CC-69530AEF8B13}" dt="2026-05-04T15:43:03.798" v="1273" actId="20577"/>
          <ac:spMkLst>
            <pc:docMk/>
            <pc:sldMk cId="2775529827" sldId="268"/>
            <ac:spMk id="45" creationId="{FFD263E2-3558-7B20-420B-B06A2AC3B4FA}"/>
          </ac:spMkLst>
        </pc:spChg>
        <pc:spChg chg="mod">
          <ac:chgData name="Md. Irfan" userId="314d6608eebbc101" providerId="LiveId" clId="{4BB0DD80-E321-46C6-B8CC-69530AEF8B13}" dt="2026-05-04T15:43:05.313" v="1283" actId="20577"/>
          <ac:spMkLst>
            <pc:docMk/>
            <pc:sldMk cId="2775529827" sldId="268"/>
            <ac:spMk id="46" creationId="{1A84DD47-D90F-F5ED-4FDB-CC40FE0FB6EE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47" creationId="{0E492E57-673B-2983-3FC6-5CC961222E9B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48" creationId="{AE97EF28-A338-5FEE-00C8-71522D56E579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49" creationId="{C799FD29-B886-7E93-8836-323705890AD7}"/>
          </ac:spMkLst>
        </pc:spChg>
        <pc:spChg chg="add mod">
          <ac:chgData name="Md. Irfan" userId="314d6608eebbc101" providerId="LiveId" clId="{4BB0DD80-E321-46C6-B8CC-69530AEF8B13}" dt="2026-05-04T15:45:57.338" v="1305" actId="207"/>
          <ac:spMkLst>
            <pc:docMk/>
            <pc:sldMk cId="2775529827" sldId="268"/>
            <ac:spMk id="51" creationId="{89785924-4B7A-BDF3-79F0-8EF85FEC4D45}"/>
          </ac:spMkLst>
        </pc:spChg>
      </pc:sldChg>
      <pc:sldChg chg="addSp delSp modSp add mod setBg modClrScheme chgLayout">
        <pc:chgData name="Md. Irfan" userId="314d6608eebbc101" providerId="LiveId" clId="{4BB0DD80-E321-46C6-B8CC-69530AEF8B13}" dt="2026-05-08T06:21:41.906" v="2109" actId="700"/>
        <pc:sldMkLst>
          <pc:docMk/>
          <pc:sldMk cId="0" sldId="274"/>
        </pc:sldMkLst>
        <pc:spChg chg="mod">
          <ac:chgData name="Md. Irfan" userId="314d6608eebbc101" providerId="LiveId" clId="{4BB0DD80-E321-46C6-B8CC-69530AEF8B13}" dt="2026-05-04T15:57:47.139" v="1391" actId="255"/>
          <ac:spMkLst>
            <pc:docMk/>
            <pc:sldMk cId="0" sldId="274"/>
            <ac:spMk id="5" creationId="{00000000-0000-0000-0000-000000000000}"/>
          </ac:spMkLst>
        </pc:spChg>
        <pc:spChg chg="add del mod">
          <ac:chgData name="Md. Irfan" userId="314d6608eebbc101" providerId="LiveId" clId="{4BB0DD80-E321-46C6-B8CC-69530AEF8B13}" dt="2026-05-04T15:57:34.071" v="1389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Md. Irfan" userId="314d6608eebbc101" providerId="LiveId" clId="{4BB0DD80-E321-46C6-B8CC-69530AEF8B13}" dt="2026-05-04T15:58:11.099" v="1393" actId="1076"/>
          <ac:spMkLst>
            <pc:docMk/>
            <pc:sldMk cId="0" sldId="274"/>
            <ac:spMk id="7" creationId="{00000000-0000-0000-0000-000000000000}"/>
          </ac:spMkLst>
        </pc:spChg>
      </pc:sldChg>
      <pc:sldChg chg="addSp delSp modSp add del mod ord modClrScheme chgLayout">
        <pc:chgData name="Md. Irfan" userId="314d6608eebbc101" providerId="LiveId" clId="{4BB0DD80-E321-46C6-B8CC-69530AEF8B13}" dt="2026-05-08T06:21:41.906" v="2109" actId="700"/>
        <pc:sldMkLst>
          <pc:docMk/>
          <pc:sldMk cId="3855461306" sldId="275"/>
        </pc:sldMkLst>
        <pc:spChg chg="mod">
          <ac:chgData name="Md. Irfan" userId="314d6608eebbc101" providerId="LiveId" clId="{4BB0DD80-E321-46C6-B8CC-69530AEF8B13}" dt="2026-05-06T16:01:28.362" v="2087" actId="20577"/>
          <ac:spMkLst>
            <pc:docMk/>
            <pc:sldMk cId="3855461306" sldId="275"/>
            <ac:spMk id="2" creationId="{637BFF43-DC3F-E038-9C4B-7B99607C4C06}"/>
          </ac:spMkLst>
        </pc:spChg>
        <pc:spChg chg="mod">
          <ac:chgData name="Md. Irfan" userId="314d6608eebbc101" providerId="LiveId" clId="{4BB0DD80-E321-46C6-B8CC-69530AEF8B13}" dt="2026-05-05T04:31:27.859" v="1896" actId="20577"/>
          <ac:spMkLst>
            <pc:docMk/>
            <pc:sldMk cId="3855461306" sldId="275"/>
            <ac:spMk id="33" creationId="{1F3CA1DE-637E-4A3D-78F0-4849809B9D81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37" creationId="{14018289-2635-4A7D-7FD4-5D88F326316B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38" creationId="{5CB176D8-FC51-E2C8-8BF0-070A4CCDC01F}"/>
          </ac:spMkLst>
        </pc:spChg>
        <pc:spChg chg="add mod">
          <ac:chgData name="Md. Irfan" userId="314d6608eebbc101" providerId="LiveId" clId="{4BB0DD80-E321-46C6-B8CC-69530AEF8B13}" dt="2026-05-05T03:33:25.647" v="1766" actId="20577"/>
          <ac:spMkLst>
            <pc:docMk/>
            <pc:sldMk cId="3855461306" sldId="275"/>
            <ac:spMk id="39" creationId="{2C7C1D5B-8BC8-7516-5675-D69BDBA1D4F1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42" creationId="{7F228623-5BB3-DF5E-A487-8B3F45BC3D67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52" creationId="{6F82E16C-2315-6256-C965-709430BA9365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53" creationId="{5C836215-93C9-7070-AA2C-7A8F03A23783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54" creationId="{F2FBAE7A-2B1A-C18D-4D79-F9E29C534E57}"/>
          </ac:spMkLst>
        </pc:spChg>
        <pc:spChg chg="add mod">
          <ac:chgData name="Md. Irfan" userId="314d6608eebbc101" providerId="LiveId" clId="{4BB0DD80-E321-46C6-B8CC-69530AEF8B13}" dt="2026-05-05T03:19:56.259" v="1743" actId="1076"/>
          <ac:spMkLst>
            <pc:docMk/>
            <pc:sldMk cId="3855461306" sldId="275"/>
            <ac:spMk id="55" creationId="{140F320C-5DA2-4D9B-E403-CAC026CC646A}"/>
          </ac:spMkLst>
        </pc:spChg>
        <pc:spChg chg="add del mod">
          <ac:chgData name="Md. Irfan" userId="314d6608eebbc101" providerId="LiveId" clId="{4BB0DD80-E321-46C6-B8CC-69530AEF8B13}" dt="2026-05-05T03:05:07.388" v="1515" actId="1076"/>
          <ac:spMkLst>
            <pc:docMk/>
            <pc:sldMk cId="3855461306" sldId="275"/>
            <ac:spMk id="58" creationId="{AD86AEB6-1645-3B84-63D0-92026BA7AAD0}"/>
          </ac:spMkLst>
        </pc:spChg>
        <pc:spChg chg="add del mod">
          <ac:chgData name="Md. Irfan" userId="314d6608eebbc101" providerId="LiveId" clId="{4BB0DD80-E321-46C6-B8CC-69530AEF8B13}" dt="2026-05-05T03:05:07.388" v="1515" actId="1076"/>
          <ac:spMkLst>
            <pc:docMk/>
            <pc:sldMk cId="3855461306" sldId="275"/>
            <ac:spMk id="59" creationId="{2111FD9B-0A06-8692-B8F0-464DAD50CE06}"/>
          </ac:spMkLst>
        </pc:spChg>
        <pc:spChg chg="add del mod">
          <ac:chgData name="Md. Irfan" userId="314d6608eebbc101" providerId="LiveId" clId="{4BB0DD80-E321-46C6-B8CC-69530AEF8B13}" dt="2026-05-05T03:05:07.388" v="1515" actId="1076"/>
          <ac:spMkLst>
            <pc:docMk/>
            <pc:sldMk cId="3855461306" sldId="275"/>
            <ac:spMk id="60" creationId="{4C05126C-BF3A-49CB-5DC7-46FADD420612}"/>
          </ac:spMkLst>
        </pc:spChg>
        <pc:spChg chg="mod">
          <ac:chgData name="Md. Irfan" userId="314d6608eebbc101" providerId="LiveId" clId="{4BB0DD80-E321-46C6-B8CC-69530AEF8B13}" dt="2026-05-05T03:06:13.141" v="1563" actId="20577"/>
          <ac:spMkLst>
            <pc:docMk/>
            <pc:sldMk cId="3855461306" sldId="275"/>
            <ac:spMk id="61" creationId="{7B78979D-1FBE-E985-08C5-711A12F6642A}"/>
          </ac:spMkLst>
        </pc:spChg>
        <pc:spChg chg="add mod">
          <ac:chgData name="Md. Irfan" userId="314d6608eebbc101" providerId="LiveId" clId="{4BB0DD80-E321-46C6-B8CC-69530AEF8B13}" dt="2026-05-05T03:16:08.240" v="1720" actId="20577"/>
          <ac:spMkLst>
            <pc:docMk/>
            <pc:sldMk cId="3855461306" sldId="275"/>
            <ac:spMk id="62" creationId="{978E3F6C-4B47-77CD-BA3E-11C9AC264E03}"/>
          </ac:spMkLst>
        </pc:spChg>
        <pc:spChg chg="add del mod">
          <ac:chgData name="Md. Irfan" userId="314d6608eebbc101" providerId="LiveId" clId="{4BB0DD80-E321-46C6-B8CC-69530AEF8B13}" dt="2026-05-05T03:05:07.388" v="1515" actId="1076"/>
          <ac:spMkLst>
            <pc:docMk/>
            <pc:sldMk cId="3855461306" sldId="275"/>
            <ac:spMk id="63" creationId="{87FC9C36-DC2B-D8F0-7333-7B35A3FB60A0}"/>
          </ac:spMkLst>
        </pc:spChg>
        <pc:spChg chg="add">
          <ac:chgData name="Md. Irfan" userId="314d6608eebbc101" providerId="LiveId" clId="{4BB0DD80-E321-46C6-B8CC-69530AEF8B13}" dt="2026-05-05T03:04:31.588" v="1510" actId="478"/>
          <ac:spMkLst>
            <pc:docMk/>
            <pc:sldMk cId="3855461306" sldId="275"/>
            <ac:spMk id="64" creationId="{E6075CCC-2EE9-BA14-42BE-80403ADE2D57}"/>
          </ac:spMkLst>
        </pc:spChg>
        <pc:spChg chg="add mod">
          <ac:chgData name="Md. Irfan" userId="314d6608eebbc101" providerId="LiveId" clId="{4BB0DD80-E321-46C6-B8CC-69530AEF8B13}" dt="2026-05-05T03:08:08.602" v="1700" actId="20577"/>
          <ac:spMkLst>
            <pc:docMk/>
            <pc:sldMk cId="3855461306" sldId="275"/>
            <ac:spMk id="66" creationId="{9757ED51-0AB3-F979-9541-38D84E9EA1DF}"/>
          </ac:spMkLst>
        </pc:spChg>
        <pc:spChg chg="add del mod">
          <ac:chgData name="Md. Irfan" userId="314d6608eebbc101" providerId="LiveId" clId="{4BB0DD80-E321-46C6-B8CC-69530AEF8B13}" dt="2026-05-05T03:13:25.155" v="1710" actId="1076"/>
          <ac:spMkLst>
            <pc:docMk/>
            <pc:sldMk cId="3855461306" sldId="275"/>
            <ac:spMk id="67" creationId="{2CFF95F1-3636-70D1-5B2F-3706A6CE4A6A}"/>
          </ac:spMkLst>
        </pc:spChg>
        <pc:spChg chg="mod">
          <ac:chgData name="Md. Irfan" userId="314d6608eebbc101" providerId="LiveId" clId="{4BB0DD80-E321-46C6-B8CC-69530AEF8B13}" dt="2026-05-05T03:05:07.388" v="1515" actId="1076"/>
          <ac:spMkLst>
            <pc:docMk/>
            <pc:sldMk cId="3855461306" sldId="275"/>
            <ac:spMk id="68" creationId="{DF9D49FA-B4DF-D6E8-5CD9-554C60A78F64}"/>
          </ac:spMkLst>
        </pc:spChg>
        <pc:spChg chg="add del mod">
          <ac:chgData name="Md. Irfan" userId="314d6608eebbc101" providerId="LiveId" clId="{4BB0DD80-E321-46C6-B8CC-69530AEF8B13}" dt="2026-05-05T03:09:20.592" v="1704" actId="20577"/>
          <ac:spMkLst>
            <pc:docMk/>
            <pc:sldMk cId="3855461306" sldId="275"/>
            <ac:spMk id="71" creationId="{AAE716BF-4DF9-E5D3-8D2F-4C3952835359}"/>
          </ac:spMkLst>
        </pc:spChg>
        <pc:spChg chg="mod">
          <ac:chgData name="Md. Irfan" userId="314d6608eebbc101" providerId="LiveId" clId="{4BB0DD80-E321-46C6-B8CC-69530AEF8B13}" dt="2026-05-05T03:13:31.609" v="1711" actId="1076"/>
          <ac:spMkLst>
            <pc:docMk/>
            <pc:sldMk cId="3855461306" sldId="275"/>
            <ac:spMk id="72" creationId="{967D91B6-0D05-13EA-C7D2-2CB03B3A5B24}"/>
          </ac:spMkLst>
        </pc:spChg>
        <pc:spChg chg="add del mod">
          <ac:chgData name="Md. Irfan" userId="314d6608eebbc101" providerId="LiveId" clId="{4BB0DD80-E321-46C6-B8CC-69530AEF8B13}" dt="2026-05-05T03:04:30.157" v="1509" actId="478"/>
          <ac:spMkLst>
            <pc:docMk/>
            <pc:sldMk cId="3855461306" sldId="275"/>
            <ac:spMk id="76" creationId="{7183B8C5-6D52-82B5-9BB7-83810F03BB78}"/>
          </ac:spMkLst>
        </pc:spChg>
        <pc:spChg chg="add mod">
          <ac:chgData name="Md. Irfan" userId="314d6608eebbc101" providerId="LiveId" clId="{4BB0DD80-E321-46C6-B8CC-69530AEF8B13}" dt="2026-05-05T03:52:50.210" v="1811" actId="1076"/>
          <ac:spMkLst>
            <pc:docMk/>
            <pc:sldMk cId="3855461306" sldId="275"/>
            <ac:spMk id="81" creationId="{C4D08F54-2661-2BC1-75B9-F55D1F48A8F1}"/>
          </ac:spMkLst>
        </pc:spChg>
      </pc:sldChg>
      <pc:sldChg chg="addSp delSp modSp add mod modClrScheme chgLayout">
        <pc:chgData name="Md. Irfan" userId="314d6608eebbc101" providerId="LiveId" clId="{4BB0DD80-E321-46C6-B8CC-69530AEF8B13}" dt="2026-05-08T13:54:51.971" v="2166" actId="20577"/>
        <pc:sldMkLst>
          <pc:docMk/>
          <pc:sldMk cId="598780766" sldId="276"/>
        </pc:sldMkLst>
        <pc:spChg chg="mod">
          <ac:chgData name="Md. Irfan" userId="314d6608eebbc101" providerId="LiveId" clId="{4BB0DD80-E321-46C6-B8CC-69530AEF8B13}" dt="2026-05-06T16:01:34.530" v="2091" actId="20577"/>
          <ac:spMkLst>
            <pc:docMk/>
            <pc:sldMk cId="598780766" sldId="276"/>
            <ac:spMk id="2" creationId="{39E56B3E-E8CF-D9D8-C5D0-5793333CE3CF}"/>
          </ac:spMkLst>
        </pc:spChg>
        <pc:spChg chg="add mod">
          <ac:chgData name="Md. Irfan" userId="314d6608eebbc101" providerId="LiveId" clId="{4BB0DD80-E321-46C6-B8CC-69530AEF8B13}" dt="2026-05-05T03:53:35.525" v="1814" actId="14100"/>
          <ac:spMkLst>
            <pc:docMk/>
            <pc:sldMk cId="598780766" sldId="276"/>
            <ac:spMk id="4" creationId="{A8C4BB38-AEE4-CD37-DEA0-DC395746D833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5" creationId="{28C87F56-7657-A6B9-EF23-DA8AC85B3011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6" creationId="{42AEC610-8BDC-9AE4-3F92-64302FA68377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7" creationId="{5DC80F03-4E0B-C9D2-E000-93661E36B187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8" creationId="{9E7BD3C6-0E47-6589-05E3-3C7BEF1444FC}"/>
          </ac:spMkLst>
        </pc:spChg>
        <pc:spChg chg="add mod">
          <ac:chgData name="Md. Irfan" userId="314d6608eebbc101" providerId="LiveId" clId="{4BB0DD80-E321-46C6-B8CC-69530AEF8B13}" dt="2026-05-08T13:53:24.219" v="2154"/>
          <ac:spMkLst>
            <pc:docMk/>
            <pc:sldMk cId="598780766" sldId="276"/>
            <ac:spMk id="9" creationId="{13573BF6-93EE-59FC-6AE8-B5CFBAE192A5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10" creationId="{258207B1-37B0-5223-771C-B0D8601A0C8C}"/>
          </ac:spMkLst>
        </pc:spChg>
        <pc:spChg chg="add mod">
          <ac:chgData name="Md. Irfan" userId="314d6608eebbc101" providerId="LiveId" clId="{4BB0DD80-E321-46C6-B8CC-69530AEF8B13}" dt="2026-05-08T13:53:32.105" v="2158" actId="20577"/>
          <ac:spMkLst>
            <pc:docMk/>
            <pc:sldMk cId="598780766" sldId="276"/>
            <ac:spMk id="11" creationId="{67C449DE-0FA0-EA9B-E106-CC997E52EC77}"/>
          </ac:spMkLst>
        </pc:spChg>
        <pc:spChg chg="add mod">
          <ac:chgData name="Md. Irfan" userId="314d6608eebbc101" providerId="LiveId" clId="{4BB0DD80-E321-46C6-B8CC-69530AEF8B13}" dt="2026-05-08T13:53:41.083" v="2162" actId="20577"/>
          <ac:spMkLst>
            <pc:docMk/>
            <pc:sldMk cId="598780766" sldId="276"/>
            <ac:spMk id="12" creationId="{87CA1002-FCEE-69D7-07E8-BD1A94C35E36}"/>
          </ac:spMkLst>
        </pc:spChg>
        <pc:spChg chg="add mod">
          <ac:chgData name="Md. Irfan" userId="314d6608eebbc101" providerId="LiveId" clId="{4BB0DD80-E321-46C6-B8CC-69530AEF8B13}" dt="2026-05-05T03:29:23.255" v="1760" actId="1076"/>
          <ac:spMkLst>
            <pc:docMk/>
            <pc:sldMk cId="598780766" sldId="276"/>
            <ac:spMk id="13" creationId="{9CAE3797-901F-CE83-5F57-C2C4FA45607C}"/>
          </ac:spMkLst>
        </pc:spChg>
        <pc:spChg chg="mod">
          <ac:chgData name="Md. Irfan" userId="314d6608eebbc101" providerId="LiveId" clId="{4BB0DD80-E321-46C6-B8CC-69530AEF8B13}" dt="2026-05-08T13:53:47.200" v="2164" actId="20577"/>
          <ac:spMkLst>
            <pc:docMk/>
            <pc:sldMk cId="598780766" sldId="276"/>
            <ac:spMk id="14" creationId="{5F8D76E6-D125-213D-7ADA-7AF43A033459}"/>
          </ac:spMkLst>
        </pc:spChg>
        <pc:spChg chg="add mod">
          <ac:chgData name="Md. Irfan" userId="314d6608eebbc101" providerId="LiveId" clId="{4BB0DD80-E321-46C6-B8CC-69530AEF8B13}" dt="2026-05-05T03:49:36.011" v="1794"/>
          <ac:spMkLst>
            <pc:docMk/>
            <pc:sldMk cId="598780766" sldId="276"/>
            <ac:spMk id="16" creationId="{C1281AD7-BC15-64AF-889F-210A6F1E067C}"/>
          </ac:spMkLst>
        </pc:spChg>
        <pc:spChg chg="add mod">
          <ac:chgData name="Md. Irfan" userId="314d6608eebbc101" providerId="LiveId" clId="{4BB0DD80-E321-46C6-B8CC-69530AEF8B13}" dt="2026-05-05T03:49:36.011" v="1794"/>
          <ac:spMkLst>
            <pc:docMk/>
            <pc:sldMk cId="598780766" sldId="276"/>
            <ac:spMk id="17" creationId="{96AD1364-F0FE-59E1-3625-49D69A0FDA77}"/>
          </ac:spMkLst>
        </pc:spChg>
        <pc:spChg chg="add mod">
          <ac:chgData name="Md. Irfan" userId="314d6608eebbc101" providerId="LiveId" clId="{4BB0DD80-E321-46C6-B8CC-69530AEF8B13}" dt="2026-05-05T03:49:36.011" v="1794"/>
          <ac:spMkLst>
            <pc:docMk/>
            <pc:sldMk cId="598780766" sldId="276"/>
            <ac:spMk id="18" creationId="{856ED33B-168A-0F06-7DC3-2A3292AFDAE1}"/>
          </ac:spMkLst>
        </pc:spChg>
        <pc:spChg chg="add mod">
          <ac:chgData name="Md. Irfan" userId="314d6608eebbc101" providerId="LiveId" clId="{4BB0DD80-E321-46C6-B8CC-69530AEF8B13}" dt="2026-05-05T03:49:36.011" v="1794"/>
          <ac:spMkLst>
            <pc:docMk/>
            <pc:sldMk cId="598780766" sldId="276"/>
            <ac:spMk id="19" creationId="{C058D560-463F-ECB8-51FA-FEBC3FC7B2BC}"/>
          </ac:spMkLst>
        </pc:spChg>
        <pc:spChg chg="add mod">
          <ac:chgData name="Md. Irfan" userId="314d6608eebbc101" providerId="LiveId" clId="{4BB0DD80-E321-46C6-B8CC-69530AEF8B13}" dt="2026-05-05T03:50:00.719" v="1806" actId="20577"/>
          <ac:spMkLst>
            <pc:docMk/>
            <pc:sldMk cId="598780766" sldId="276"/>
            <ac:spMk id="20" creationId="{ECD0D7C0-C830-DDBB-154F-CA078D336858}"/>
          </ac:spMkLst>
        </pc:spChg>
        <pc:spChg chg="add mod">
          <ac:chgData name="Md. Irfan" userId="314d6608eebbc101" providerId="LiveId" clId="{4BB0DD80-E321-46C6-B8CC-69530AEF8B13}" dt="2026-05-08T13:54:51.971" v="2166" actId="20577"/>
          <ac:spMkLst>
            <pc:docMk/>
            <pc:sldMk cId="598780766" sldId="276"/>
            <ac:spMk id="21" creationId="{75555EC3-8B33-D058-6423-354235C14D0F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22" creationId="{5FEFD9A0-D643-1C35-A49D-FE35081E5AEF}"/>
          </ac:spMkLst>
        </pc:spChg>
        <pc:spChg chg="add mod">
          <ac:chgData name="Md. Irfan" userId="314d6608eebbc101" providerId="LiveId" clId="{4BB0DD80-E321-46C6-B8CC-69530AEF8B13}" dt="2026-05-05T03:53:47.510" v="1815" actId="207"/>
          <ac:spMkLst>
            <pc:docMk/>
            <pc:sldMk cId="598780766" sldId="276"/>
            <ac:spMk id="23" creationId="{69973222-9CF5-8601-8B86-D940A6B3261E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24" creationId="{DFC631A5-29A2-F4C0-83A5-FDA085E8E9BA}"/>
          </ac:spMkLst>
        </pc:spChg>
        <pc:spChg chg="add mod">
          <ac:chgData name="Md. Irfan" userId="314d6608eebbc101" providerId="LiveId" clId="{4BB0DD80-E321-46C6-B8CC-69530AEF8B13}" dt="2026-05-05T03:53:54.637" v="1816" actId="207"/>
          <ac:spMkLst>
            <pc:docMk/>
            <pc:sldMk cId="598780766" sldId="276"/>
            <ac:spMk id="25" creationId="{1369B471-C7A6-52CB-A0BF-DC3EED3757FE}"/>
          </ac:spMkLst>
        </pc:spChg>
        <pc:spChg chg="mod">
          <ac:chgData name="Md. Irfan" userId="314d6608eebbc101" providerId="LiveId" clId="{4BB0DD80-E321-46C6-B8CC-69530AEF8B13}" dt="2026-05-05T03:53:59.314" v="1817" actId="207"/>
          <ac:spMkLst>
            <pc:docMk/>
            <pc:sldMk cId="598780766" sldId="276"/>
            <ac:spMk id="27" creationId="{789524D4-7FC5-7D93-4FB4-DDFDE8C6F61C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28" creationId="{8BED9D01-797F-573D-0B51-C1F2BBAA72C0}"/>
          </ac:spMkLst>
        </pc:spChg>
        <pc:spChg chg="add mod">
          <ac:chgData name="Md. Irfan" userId="314d6608eebbc101" providerId="LiveId" clId="{4BB0DD80-E321-46C6-B8CC-69530AEF8B13}" dt="2026-05-05T03:54:12.248" v="1820" actId="207"/>
          <ac:spMkLst>
            <pc:docMk/>
            <pc:sldMk cId="598780766" sldId="276"/>
            <ac:spMk id="29" creationId="{4A832EC6-A11F-0028-218B-1C25965D58B0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30" creationId="{5FC6334A-B738-0503-6D64-8C338A01085C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31" creationId="{AFC58B24-890B-DDE2-DB88-E36F609513CC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32" creationId="{A9846261-74BE-A7A2-732C-085C7D2D7C17}"/>
          </ac:spMkLst>
        </pc:spChg>
        <pc:spChg chg="mod">
          <ac:chgData name="Md. Irfan" userId="314d6608eebbc101" providerId="LiveId" clId="{4BB0DD80-E321-46C6-B8CC-69530AEF8B13}" dt="2026-05-05T04:31:20.436" v="1883" actId="20577"/>
          <ac:spMkLst>
            <pc:docMk/>
            <pc:sldMk cId="598780766" sldId="276"/>
            <ac:spMk id="33" creationId="{21A0D275-E65C-0A86-6D1B-3DA8FFB599AD}"/>
          </ac:spMkLst>
        </pc:spChg>
        <pc:spChg chg="add mod">
          <ac:chgData name="Md. Irfan" userId="314d6608eebbc101" providerId="LiveId" clId="{4BB0DD80-E321-46C6-B8CC-69530AEF8B13}" dt="2026-05-05T03:53:30.686" v="1813" actId="1076"/>
          <ac:spMkLst>
            <pc:docMk/>
            <pc:sldMk cId="598780766" sldId="276"/>
            <ac:spMk id="34" creationId="{8C0D452A-C575-9069-6C3E-B4F160096DA2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59" creationId="{1EE102FC-5B0A-C68E-AC66-DE79E9592339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60" creationId="{6D30966A-F7FA-D1DB-E1EF-27A6B2AB8145}"/>
          </ac:spMkLst>
        </pc:spChg>
        <pc:spChg chg="mod">
          <ac:chgData name="Md. Irfan" userId="314d6608eebbc101" providerId="LiveId" clId="{4BB0DD80-E321-46C6-B8CC-69530AEF8B13}" dt="2026-05-05T03:32:58.552" v="1764" actId="20577"/>
          <ac:spMkLst>
            <pc:docMk/>
            <pc:sldMk cId="598780766" sldId="276"/>
            <ac:spMk id="61" creationId="{626F4376-EF00-4876-A290-DFA5D0B57A3B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62" creationId="{C8D6312F-6218-EC49-A5B1-43BEA9426474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64" creationId="{970EE231-45FC-2B65-29AF-26C02C847C63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65" creationId="{CE903B36-69FC-26B1-9793-622C6CDF8E02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66" creationId="{E106A74E-6E62-6E99-D16E-CA9541153648}"/>
          </ac:spMkLst>
        </pc:spChg>
        <pc:spChg chg="mod">
          <ac:chgData name="Md. Irfan" userId="314d6608eebbc101" providerId="LiveId" clId="{4BB0DD80-E321-46C6-B8CC-69530AEF8B13}" dt="2026-05-05T03:39:05.527" v="1784" actId="20577"/>
          <ac:spMkLst>
            <pc:docMk/>
            <pc:sldMk cId="598780766" sldId="276"/>
            <ac:spMk id="67" creationId="{B4601B3D-A3B5-7B0F-CC48-BB9D49C9C170}"/>
          </ac:spMkLst>
        </pc:spChg>
        <pc:spChg chg="mod">
          <ac:chgData name="Md. Irfan" userId="314d6608eebbc101" providerId="LiveId" clId="{4BB0DD80-E321-46C6-B8CC-69530AEF8B13}" dt="2026-05-05T03:25:30.471" v="1749" actId="1076"/>
          <ac:spMkLst>
            <pc:docMk/>
            <pc:sldMk cId="598780766" sldId="276"/>
            <ac:spMk id="70" creationId="{7BF5CE06-992B-BDC0-C03C-12A42AF52214}"/>
          </ac:spMkLst>
        </pc:spChg>
        <pc:spChg chg="mod">
          <ac:chgData name="Md. Irfan" userId="314d6608eebbc101" providerId="LiveId" clId="{4BB0DD80-E321-46C6-B8CC-69530AEF8B13}" dt="2026-05-05T03:44:15.647" v="1793" actId="20577"/>
          <ac:spMkLst>
            <pc:docMk/>
            <pc:sldMk cId="598780766" sldId="276"/>
            <ac:spMk id="72" creationId="{15977C45-BB79-956B-7465-FA16CC3BA5FE}"/>
          </ac:spMkLst>
        </pc:spChg>
      </pc:sldChg>
      <pc:sldChg chg="addSp delSp modSp add mod modClrScheme chgLayout">
        <pc:chgData name="Md. Irfan" userId="314d6608eebbc101" providerId="LiveId" clId="{4BB0DD80-E321-46C6-B8CC-69530AEF8B13}" dt="2026-05-08T13:51:03.370" v="2145" actId="767"/>
        <pc:sldMkLst>
          <pc:docMk/>
          <pc:sldMk cId="2165815825" sldId="277"/>
        </pc:sldMkLst>
        <pc:spChg chg="mod">
          <ac:chgData name="Md. Irfan" userId="314d6608eebbc101" providerId="LiveId" clId="{4BB0DD80-E321-46C6-B8CC-69530AEF8B13}" dt="2026-05-06T16:02:26.348" v="2098" actId="255"/>
          <ac:spMkLst>
            <pc:docMk/>
            <pc:sldMk cId="2165815825" sldId="277"/>
            <ac:spMk id="2" creationId="{364A7F7E-5016-596B-4A57-E3425CFFED39}"/>
          </ac:spMkLst>
        </pc:spChg>
      </pc:sldChg>
      <pc:sldChg chg="delSp modSp add mod ord modClrScheme chgLayout">
        <pc:chgData name="Md. Irfan" userId="314d6608eebbc101" providerId="LiveId" clId="{4BB0DD80-E321-46C6-B8CC-69530AEF8B13}" dt="2026-05-08T13:51:35.481" v="2153" actId="20577"/>
        <pc:sldMkLst>
          <pc:docMk/>
          <pc:sldMk cId="1227275018" sldId="278"/>
        </pc:sldMkLst>
        <pc:spChg chg="mod">
          <ac:chgData name="Md. Irfan" userId="314d6608eebbc101" providerId="LiveId" clId="{4BB0DD80-E321-46C6-B8CC-69530AEF8B13}" dt="2026-05-05T04:34:11.639" v="1916"/>
          <ac:spMkLst>
            <pc:docMk/>
            <pc:sldMk cId="1227275018" sldId="278"/>
            <ac:spMk id="2" creationId="{D05A6D20-E20F-15E5-C748-EE413613DF4F}"/>
          </ac:spMkLst>
        </pc:spChg>
        <pc:spChg chg="mod">
          <ac:chgData name="Md. Irfan" userId="314d6608eebbc101" providerId="LiveId" clId="{4BB0DD80-E321-46C6-B8CC-69530AEF8B13}" dt="2026-05-05T04:35:19.708" v="1923" actId="14100"/>
          <ac:spMkLst>
            <pc:docMk/>
            <pc:sldMk cId="1227275018" sldId="278"/>
            <ac:spMk id="6" creationId="{BEDA8777-ECFC-64DF-4236-5ECCA77E50BE}"/>
          </ac:spMkLst>
        </pc:spChg>
        <pc:spChg chg="mod">
          <ac:chgData name="Md. Irfan" userId="314d6608eebbc101" providerId="LiveId" clId="{4BB0DD80-E321-46C6-B8CC-69530AEF8B13}" dt="2026-05-08T13:51:35.481" v="2153" actId="20577"/>
          <ac:spMkLst>
            <pc:docMk/>
            <pc:sldMk cId="1227275018" sldId="278"/>
            <ac:spMk id="9" creationId="{E94C3B3E-9C82-A6A5-34E5-C43885936418}"/>
          </ac:spMkLst>
        </pc:spChg>
        <pc:spChg chg="mod">
          <ac:chgData name="Md. Irfan" userId="314d6608eebbc101" providerId="LiveId" clId="{4BB0DD80-E321-46C6-B8CC-69530AEF8B13}" dt="2026-05-05T04:37:58.479" v="1929" actId="14100"/>
          <ac:spMkLst>
            <pc:docMk/>
            <pc:sldMk cId="1227275018" sldId="278"/>
            <ac:spMk id="12" creationId="{85767A08-6D6D-E6A9-21F1-CB06EE696F66}"/>
          </ac:spMkLst>
        </pc:spChg>
        <pc:spChg chg="mod">
          <ac:chgData name="Md. Irfan" userId="314d6608eebbc101" providerId="LiveId" clId="{4BB0DD80-E321-46C6-B8CC-69530AEF8B13}" dt="2026-05-05T04:38:15.439" v="1931" actId="14100"/>
          <ac:spMkLst>
            <pc:docMk/>
            <pc:sldMk cId="1227275018" sldId="278"/>
            <ac:spMk id="15" creationId="{363BDF60-E528-DBE0-C6D2-9920D9C774DC}"/>
          </ac:spMkLst>
        </pc:spChg>
        <pc:spChg chg="mod">
          <ac:chgData name="Md. Irfan" userId="314d6608eebbc101" providerId="LiveId" clId="{4BB0DD80-E321-46C6-B8CC-69530AEF8B13}" dt="2026-05-05T04:38:33.160" v="1933" actId="14100"/>
          <ac:spMkLst>
            <pc:docMk/>
            <pc:sldMk cId="1227275018" sldId="278"/>
            <ac:spMk id="18" creationId="{BC8A40FF-0D75-CB74-7641-26CFFF3741E2}"/>
          </ac:spMkLst>
        </pc:spChg>
        <pc:spChg chg="mod">
          <ac:chgData name="Md. Irfan" userId="314d6608eebbc101" providerId="LiveId" clId="{4BB0DD80-E321-46C6-B8CC-69530AEF8B13}" dt="2026-05-05T04:39:08.202" v="1935" actId="14100"/>
          <ac:spMkLst>
            <pc:docMk/>
            <pc:sldMk cId="1227275018" sldId="278"/>
            <ac:spMk id="21" creationId="{5147962F-018D-1F51-467A-7020F92730C7}"/>
          </ac:spMkLst>
        </pc:spChg>
      </pc:sldChg>
      <pc:sldChg chg="addSp delSp modSp add mod modClrScheme chgLayout">
        <pc:chgData name="Md. Irfan" userId="314d6608eebbc101" providerId="LiveId" clId="{4BB0DD80-E321-46C6-B8CC-69530AEF8B13}" dt="2026-05-08T06:21:41.906" v="2109" actId="700"/>
        <pc:sldMkLst>
          <pc:docMk/>
          <pc:sldMk cId="3436195001" sldId="279"/>
        </pc:sldMkLst>
        <pc:spChg chg="mod">
          <ac:chgData name="Md. Irfan" userId="314d6608eebbc101" providerId="LiveId" clId="{4BB0DD80-E321-46C6-B8CC-69530AEF8B13}" dt="2026-05-05T04:43:02.334" v="1946"/>
          <ac:spMkLst>
            <pc:docMk/>
            <pc:sldMk cId="3436195001" sldId="279"/>
            <ac:spMk id="2" creationId="{755B12B5-2773-B274-AFF6-AB230573F5D6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5" creationId="{668D940C-F4A7-A44D-7C14-1D50CC640006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6" creationId="{C791581E-E4C4-A682-41FC-CA92A9CF72AB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7" creationId="{49C9C624-E1EF-E2BF-7C19-7F43B2522B22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8" creationId="{41F38DDC-B8FD-E887-E85F-4616566E6078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9" creationId="{8A5E7D64-D90F-A882-295E-2F48CB67F5DB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10" creationId="{97C97D83-AFD3-A6C2-95B5-6752E3C68633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11" creationId="{B9B9A8FA-390E-14B8-6F1B-3A496B03DCC1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12" creationId="{1B3F4CD4-4F9E-283B-1E14-7DC355814E58}"/>
          </ac:spMkLst>
        </pc:spChg>
        <pc:spChg chg="mod">
          <ac:chgData name="Md. Irfan" userId="314d6608eebbc101" providerId="LiveId" clId="{4BB0DD80-E321-46C6-B8CC-69530AEF8B13}" dt="2026-05-05T04:48:08.272" v="1964" actId="14100"/>
          <ac:spMkLst>
            <pc:docMk/>
            <pc:sldMk cId="3436195001" sldId="279"/>
            <ac:spMk id="14" creationId="{9BF2D8A7-B1FB-B477-FBE4-790CF5405E31}"/>
          </ac:spMkLst>
        </pc:spChg>
        <pc:spChg chg="mod">
          <ac:chgData name="Md. Irfan" userId="314d6608eebbc101" providerId="LiveId" clId="{4BB0DD80-E321-46C6-B8CC-69530AEF8B13}" dt="2026-05-06T15:45:24.111" v="2005" actId="20577"/>
          <ac:spMkLst>
            <pc:docMk/>
            <pc:sldMk cId="3436195001" sldId="279"/>
            <ac:spMk id="15" creationId="{CA4EE1AA-0982-357D-017E-FA2136DA7A3C}"/>
          </ac:spMkLst>
        </pc:spChg>
        <pc:spChg chg="add mod">
          <ac:chgData name="Md. Irfan" userId="314d6608eebbc101" providerId="LiveId" clId="{4BB0DD80-E321-46C6-B8CC-69530AEF8B13}" dt="2026-05-06T15:46:42.509" v="2037" actId="1076"/>
          <ac:spMkLst>
            <pc:docMk/>
            <pc:sldMk cId="3436195001" sldId="279"/>
            <ac:spMk id="17" creationId="{E2E7A456-54C6-AB62-3E4C-048A2000D94E}"/>
          </ac:spMkLst>
        </pc:spChg>
      </pc:sldChg>
      <pc:sldChg chg="addSp delSp modSp add mod modClrScheme chgLayout">
        <pc:chgData name="Md. Irfan" userId="314d6608eebbc101" providerId="LiveId" clId="{4BB0DD80-E321-46C6-B8CC-69530AEF8B13}" dt="2026-05-08T06:21:41.906" v="2109" actId="700"/>
        <pc:sldMkLst>
          <pc:docMk/>
          <pc:sldMk cId="3957131916" sldId="280"/>
        </pc:sldMkLst>
        <pc:spChg chg="mod">
          <ac:chgData name="Md. Irfan" userId="314d6608eebbc101" providerId="LiveId" clId="{4BB0DD80-E321-46C6-B8CC-69530AEF8B13}" dt="2026-05-05T04:52:09.756" v="1981" actId="207"/>
          <ac:spMkLst>
            <pc:docMk/>
            <pc:sldMk cId="3957131916" sldId="280"/>
            <ac:spMk id="2" creationId="{67C676BF-9127-5E07-001E-FC0950E2FCE4}"/>
          </ac:spMkLst>
        </pc:spChg>
        <pc:spChg chg="mod">
          <ac:chgData name="Md. Irfan" userId="314d6608eebbc101" providerId="LiveId" clId="{4BB0DD80-E321-46C6-B8CC-69530AEF8B13}" dt="2026-05-05T04:52:40.142" v="1982"/>
          <ac:spMkLst>
            <pc:docMk/>
            <pc:sldMk cId="3957131916" sldId="280"/>
            <ac:spMk id="6" creationId="{E6CB0432-D23F-564C-D2F1-E19EC9CCC22E}"/>
          </ac:spMkLst>
        </pc:spChg>
        <pc:spChg chg="mod">
          <ac:chgData name="Md. Irfan" userId="314d6608eebbc101" providerId="LiveId" clId="{4BB0DD80-E321-46C6-B8CC-69530AEF8B13}" dt="2026-05-06T16:02:54.399" v="2102" actId="20577"/>
          <ac:spMkLst>
            <pc:docMk/>
            <pc:sldMk cId="3957131916" sldId="280"/>
            <ac:spMk id="9" creationId="{7728646C-83A0-8395-E87E-0F3D02CCA158}"/>
          </ac:spMkLst>
        </pc:spChg>
        <pc:spChg chg="mod">
          <ac:chgData name="Md. Irfan" userId="314d6608eebbc101" providerId="LiveId" clId="{4BB0DD80-E321-46C6-B8CC-69530AEF8B13}" dt="2026-05-05T04:53:29.614" v="1985"/>
          <ac:spMkLst>
            <pc:docMk/>
            <pc:sldMk cId="3957131916" sldId="280"/>
            <ac:spMk id="12" creationId="{3CE35E32-7754-0B44-60C6-65D3E5A42201}"/>
          </ac:spMkLst>
        </pc:spChg>
        <pc:spChg chg="mod">
          <ac:chgData name="Md. Irfan" userId="314d6608eebbc101" providerId="LiveId" clId="{4BB0DD80-E321-46C6-B8CC-69530AEF8B13}" dt="2026-05-06T16:02:51.402" v="2100" actId="20577"/>
          <ac:spMkLst>
            <pc:docMk/>
            <pc:sldMk cId="3957131916" sldId="280"/>
            <ac:spMk id="15" creationId="{A93289F1-340A-B251-64A6-BFAE5E21B9B4}"/>
          </ac:spMkLst>
        </pc:spChg>
        <pc:spChg chg="add mod">
          <ac:chgData name="Md. Irfan" userId="314d6608eebbc101" providerId="LiveId" clId="{4BB0DD80-E321-46C6-B8CC-69530AEF8B13}" dt="2026-05-05T04:54:58.705" v="1996"/>
          <ac:spMkLst>
            <pc:docMk/>
            <pc:sldMk cId="3957131916" sldId="280"/>
            <ac:spMk id="16" creationId="{E4C6EA02-027A-E58E-4F50-D32098F394C4}"/>
          </ac:spMkLst>
        </pc:spChg>
        <pc:spChg chg="add mod">
          <ac:chgData name="Md. Irfan" userId="314d6608eebbc101" providerId="LiveId" clId="{4BB0DD80-E321-46C6-B8CC-69530AEF8B13}" dt="2026-05-05T04:54:58.705" v="1996"/>
          <ac:spMkLst>
            <pc:docMk/>
            <pc:sldMk cId="3957131916" sldId="280"/>
            <ac:spMk id="17" creationId="{705A3D60-43AD-89AE-A946-9B56DB2E91AA}"/>
          </ac:spMkLst>
        </pc:spChg>
        <pc:spChg chg="add mod">
          <ac:chgData name="Md. Irfan" userId="314d6608eebbc101" providerId="LiveId" clId="{4BB0DD80-E321-46C6-B8CC-69530AEF8B13}" dt="2026-05-06T16:03:02.700" v="2104" actId="20577"/>
          <ac:spMkLst>
            <pc:docMk/>
            <pc:sldMk cId="3957131916" sldId="280"/>
            <ac:spMk id="18" creationId="{A8BDBC06-A55C-E0D5-BF80-DAB13E4311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CB48E-8B3B-47A8-BB80-B43357FA2D5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EEA50-996E-4328-A250-F756662AE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33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F67D-6F7C-3A2E-15A5-B14EBFDF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6418D-5FBF-4818-F9DE-79C898B37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F1AF4-7F24-0D6D-5367-4CABEC5CB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69D-10C2-A494-EF7A-5D14AA366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41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72A22-7C1E-8856-8EE6-5095FD46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DAE7A-2B06-89D6-3939-1EC29544C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456E9-CDCC-DA56-3B0A-04F121B0B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46D90-13CF-7313-28FC-4AAE26ED2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5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F4D4-BF73-E36A-C23E-539C3DCB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6DF20-D2AC-EA7C-0341-8A08013F0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A444A-59F2-19DF-90C2-3B9D6889D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788C0-AE67-D7FC-102D-9205EE3F1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66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E63F-1ED3-8ED7-4CD5-EA91CF27C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4F99A-4CE9-6807-FBD3-3834891F8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2ADE3-076A-70AD-0902-D1F548321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428BA-EC3C-D251-136C-880F96B3E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9224-3302-1FCE-3694-80F882D6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C988C-ACCF-E9E3-383B-96CFEA530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6495D-1416-2723-79D2-08B7108F7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6C4FE-E8C8-095B-23ED-0D8A57490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74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232C3-8C37-0904-695A-D63CCFB8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27CCD-1EB2-EA0C-18D4-4CABB5F9E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2BE5A-CF8A-B677-FE2B-E9084E147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37209-3101-DCA6-5385-6C3179CB0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98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00B6-2C12-AB64-676F-FAC74283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EF46D-0941-C3C0-594D-220D8F2C9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BE44E-3EA5-0964-C2D8-E048C7517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975E-3718-C06D-BFBF-F609A4BFC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63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26D23-E6BD-95AF-E6CB-200DA228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E4DDD-4F3C-B285-EC4A-5B79DF163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7650B-81E2-1A4B-57C0-29A6ED49D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2BB57-18D2-E28B-B75D-9282EEC085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62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7C8D-2B9A-F863-D749-F01E30897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D4DEF-D1D0-54DB-ED2A-8C6C1DB2F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3A33-AE42-5B00-DCC9-6DCB48B9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C4FC-1FA7-15FF-C307-BD014A64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EE6B6-573C-925F-A6E1-E7267238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5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2A59-5E1D-CD75-3258-355C6E29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F07AE-958E-83EC-9C4F-B89E28F00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29863-1560-A39A-EFD4-8478D536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ECF37-D64A-EE80-3FCD-F215D7BB8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1094-56D4-9884-8CF8-BC4C56BE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00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E2FD-8D26-0AB9-3003-0D4F06C4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46E38-45FA-6C5C-A8A1-5889CB76A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ED8D9-5158-CD55-896E-139F0CF3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42DA5-6A9B-E943-DE95-37A1A0D9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415E0-DEC8-309E-4E35-6B79AB6C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8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CF6C-5D16-F343-52E2-5398EB1F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107B-9E04-E7E3-1C16-7B6E56097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D4BB2-EE2C-2BE4-A8F2-3231E9D28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AD15A-29A0-CBA8-764D-39850B58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BE2A8-0F8A-B294-00CD-126B9934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73EB1-5B66-E97B-1554-F4604EE8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7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BBBC-F92D-A51C-C22F-4FD1043C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8EB84-17F0-B4C6-7637-1D244C902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F28D-45EE-0505-AAEA-943A30F9D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8EA6F-87EF-67E4-3035-C23839DB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343FDE-C72F-2D4E-64A0-47D6AF4B7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744D30-5950-4608-1B75-128B7768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04DFC-9F03-EBE5-2C79-77E9D56F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F9151-D498-C291-79AC-3C355806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2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A22A-C2BD-54B1-A4BE-52637178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042A0-B60A-4F72-15B5-9B9454E6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E4C89-BF58-43B6-ADFE-3A1BBBFC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8E4F8-CF5F-DBF5-FF0F-7080C199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59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3ED77-DE12-C74C-BAE7-55381E69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4A124-C10C-325D-7237-88DDBFC4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7E4B0-4F45-D08B-A284-04D1C86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17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86B8-1A7E-739F-BEA1-97945F2B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70908-0D1C-230B-1D3C-5360BFF2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8F946-8E2A-DE71-3C78-FCF7BC64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FB95A-2731-B7EA-8D07-1BBBE198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2BBA-D254-CEDF-4C08-7A644A11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D51B0-AD73-0E7B-9E44-353BB0239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494C8-B340-0F44-DB0D-AD874561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3F65-D3A4-692D-5262-63F76881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5DEF0-2E6A-75F5-50D3-ABF3FCC3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F8726-64B1-2D92-3733-4D634F10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7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7B671-C110-8BE9-B771-F5AA485A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0D982-571D-FE65-D0D3-541FAA5E57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73739-7614-0FD9-A8E9-F5D657559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1C089-C187-0755-CBC6-F7FEB065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DCF22-C3AC-47C8-B19F-9762AAB7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0B49A-9ABA-1BE3-5E2B-D2D60702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05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36D5E-9E62-48AB-5C72-6C8E22B2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D13FD-EF0C-5247-B29A-8EB9F59EF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588DB-B781-2860-530B-887D883A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7AD8B-B88C-4DF9-7091-D3401F6A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EBA87-9838-5BAD-C250-241E7666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95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81ED7-6139-B819-9B94-F24029773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C5CBF-1C0A-4318-3BF3-9F0767972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8E5A9-C27D-9A6B-6274-59E78EF5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4C90F-39A3-7109-3CB8-8FAB778E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7DA8D-FECB-0CEF-D5EC-14A89941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513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54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91978-68A1-09A4-981E-8807EC6C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13D69-D75F-6A98-B6E7-697B32FDC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6CB23-22E9-BBA7-D436-46D69BB93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C4161-7992-C68D-0972-B89D0E9E3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4537-E646-39D4-9BB6-27AB6058F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6EB1-D8C1-484A-8587-730FF43005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2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70560" y="268224"/>
            <a:ext cx="1109472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3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PPA Design Space Explorer</a:t>
            </a:r>
            <a:endParaRPr lang="en-US" sz="5333" dirty="0"/>
          </a:p>
        </p:txBody>
      </p:sp>
      <p:sp>
        <p:nvSpPr>
          <p:cNvPr id="6" name="Text 4"/>
          <p:cNvSpPr/>
          <p:nvPr/>
        </p:nvSpPr>
        <p:spPr>
          <a:xfrm>
            <a:off x="670560" y="1487424"/>
            <a:ext cx="1109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PPA Analysis for Digital VLSI Design Using Bash &amp; TCL Scripting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670560" y="2462784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EC2062 : Term Project / Lab Based Project Seminar Presentation </a:t>
            </a:r>
            <a:endParaRPr lang="en-US" sz="1867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70560" y="2950464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000" b="1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Semester, Masters of Technology in Microelectronics and VLSI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0560" y="3438144"/>
            <a:ext cx="1109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Md. Irfan  |  Roll No. 25EC4211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670560" y="4120896"/>
            <a:ext cx="1109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</a:t>
            </a:r>
            <a:endParaRPr lang="en-US" sz="1667" i="1" dirty="0"/>
          </a:p>
        </p:txBody>
      </p:sp>
      <p:sp>
        <p:nvSpPr>
          <p:cNvPr id="12" name="Text 10"/>
          <p:cNvSpPr/>
          <p:nvPr/>
        </p:nvSpPr>
        <p:spPr>
          <a:xfrm>
            <a:off x="670560" y="4425696"/>
            <a:ext cx="1109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Sapana </a:t>
            </a:r>
            <a:r>
              <a:rPr lang="en-US" sz="213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Ranwa</a:t>
            </a:r>
            <a:r>
              <a:rPr lang="en-US" sz="2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Assistant Professor, Dept. of ECE</a:t>
            </a:r>
            <a:endParaRPr lang="en-US" sz="2130" dirty="0"/>
          </a:p>
        </p:txBody>
      </p:sp>
      <p:sp>
        <p:nvSpPr>
          <p:cNvPr id="17" name="Text 14"/>
          <p:cNvSpPr/>
          <p:nvPr/>
        </p:nvSpPr>
        <p:spPr>
          <a:xfrm>
            <a:off x="1889760" y="5145024"/>
            <a:ext cx="987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5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1889760" y="5547360"/>
            <a:ext cx="987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राष्ट्रीय प्रौद्योगिकी संस्थान दुर्गापुर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889760" y="5913120"/>
            <a:ext cx="987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Durgapur</a:t>
            </a:r>
            <a:endParaRPr lang="en-US" sz="1733" dirty="0"/>
          </a:p>
        </p:txBody>
      </p:sp>
      <p:sp>
        <p:nvSpPr>
          <p:cNvPr id="20" name="Text 17"/>
          <p:cNvSpPr/>
          <p:nvPr/>
        </p:nvSpPr>
        <p:spPr>
          <a:xfrm>
            <a:off x="1889760" y="6291072"/>
            <a:ext cx="9875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 Avenue, Durgapur-713209, West Bengal, INDIA</a:t>
            </a:r>
            <a:endParaRPr lang="en-US" sz="1333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D2C67D97-01FB-B316-D243-ABF056D7FD14}"/>
              </a:ext>
            </a:extLst>
          </p:cNvPr>
          <p:cNvSpPr/>
          <p:nvPr/>
        </p:nvSpPr>
        <p:spPr>
          <a:xfrm>
            <a:off x="1828800" y="2315358"/>
            <a:ext cx="8534400" cy="45719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A49992-E3EC-97C6-3B16-B746FF57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1</a:t>
            </a:fld>
            <a:endParaRPr lang="en-IN"/>
          </a:p>
        </p:txBody>
      </p:sp>
      <p:pic>
        <p:nvPicPr>
          <p:cNvPr id="7" name="Picture 2" descr="http://icegateinstitute.com/images/y/NIT-Durgapur.png">
            <a:extLst>
              <a:ext uri="{FF2B5EF4-FFF2-40B4-BE49-F238E27FC236}">
                <a16:creationId xmlns:a16="http://schemas.microsoft.com/office/drawing/2014/main" id="{A31EC381-F0AB-E8A0-5615-81BC57243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126" y="5169408"/>
            <a:ext cx="1302074" cy="130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01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1243584" y="1341120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Basics, Standard Cell &amp; RVT Library</a:t>
            </a:r>
            <a:endParaRPr lang="en-US" sz="1667" dirty="0"/>
          </a:p>
        </p:txBody>
      </p:sp>
      <p:sp>
        <p:nvSpPr>
          <p:cNvPr id="7" name="Shape 5"/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02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1243584" y="1865376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Automation is Needed in PPA Analysis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03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1243584" y="2389632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Tool Flow and Working of the Explorer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04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1243584" y="2913888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Bash &amp; TCL Works Internally</a:t>
            </a:r>
          </a:p>
        </p:txBody>
      </p:sp>
      <p:sp>
        <p:nvSpPr>
          <p:cNvPr id="16" name="Shape 14"/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05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1243584" y="3438144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nn-NO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Fast-Fast Corner for Maximum Speed</a:t>
            </a:r>
          </a:p>
        </p:txBody>
      </p:sp>
      <p:sp>
        <p:nvSpPr>
          <p:cNvPr id="19" name="Shape 17"/>
          <p:cNvSpPr/>
          <p:nvPr/>
        </p:nvSpPr>
        <p:spPr>
          <a:xfrm>
            <a:off x="609600" y="396240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396240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06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1243584" y="3962400"/>
            <a:ext cx="5076629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Typical-Typical Corner for Best Area</a:t>
            </a:r>
          </a:p>
        </p:txBody>
      </p:sp>
      <p:sp>
        <p:nvSpPr>
          <p:cNvPr id="22" name="Shape 20"/>
          <p:cNvSpPr/>
          <p:nvPr/>
        </p:nvSpPr>
        <p:spPr>
          <a:xfrm>
            <a:off x="609599" y="4479285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599" y="4479285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07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243584" y="4479285"/>
            <a:ext cx="490593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Slow-Slow Corner for Best Power + Clock Gating</a:t>
            </a:r>
            <a:endParaRPr lang="en-US" sz="1667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599" y="5003541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599" y="5003541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08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1243584" y="5003541"/>
            <a:ext cx="490593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 Report</a:t>
            </a:r>
            <a:endParaRPr lang="en-US" sz="1667" dirty="0"/>
          </a:p>
        </p:txBody>
      </p:sp>
      <p:sp>
        <p:nvSpPr>
          <p:cNvPr id="28" name="Shape 26"/>
          <p:cNvSpPr/>
          <p:nvPr/>
        </p:nvSpPr>
        <p:spPr>
          <a:xfrm>
            <a:off x="609599" y="5527797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599" y="5527797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09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1243584" y="5527797"/>
            <a:ext cx="490593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67" dirty="0"/>
          </a:p>
        </p:txBody>
      </p:sp>
      <p:sp>
        <p:nvSpPr>
          <p:cNvPr id="31" name="Shape 29"/>
          <p:cNvSpPr/>
          <p:nvPr/>
        </p:nvSpPr>
        <p:spPr>
          <a:xfrm>
            <a:off x="609599" y="6052053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599" y="6052053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10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1243584" y="6052053"/>
            <a:ext cx="490593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667" dirty="0"/>
          </a:p>
        </p:txBody>
      </p:sp>
      <p:sp>
        <p:nvSpPr>
          <p:cNvPr id="34" name="Shape 32"/>
          <p:cNvSpPr/>
          <p:nvPr/>
        </p:nvSpPr>
        <p:spPr>
          <a:xfrm>
            <a:off x="609599" y="6576309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599" y="6576309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11</a:t>
            </a:r>
            <a:endParaRPr lang="en-US" sz="1733" dirty="0"/>
          </a:p>
        </p:txBody>
      </p:sp>
      <p:sp>
        <p:nvSpPr>
          <p:cNvPr id="36" name="Text 34"/>
          <p:cNvSpPr/>
          <p:nvPr/>
        </p:nvSpPr>
        <p:spPr>
          <a:xfrm>
            <a:off x="1243584" y="6576309"/>
            <a:ext cx="490593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67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21BE1F6D-0056-BEB9-86F4-F060FFDD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2</a:t>
            </a:fld>
            <a:endParaRPr lang="en-IN"/>
          </a:p>
        </p:txBody>
      </p:sp>
      <p:pic>
        <p:nvPicPr>
          <p:cNvPr id="38" name="Picture 2" descr="http://icegateinstitute.com/images/y/NIT-Durgapur.png">
            <a:extLst>
              <a:ext uri="{FF2B5EF4-FFF2-40B4-BE49-F238E27FC236}">
                <a16:creationId xmlns:a16="http://schemas.microsoft.com/office/drawing/2014/main" id="{104B879D-64A2-AA36-89DE-1C7AC205F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PPA Basics, Standard Cell &amp; RVT Library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21920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PPA?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99" y="1731264"/>
            <a:ext cx="11490251" cy="20379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- Dynamic + Leakage power in mW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- Operating frequency / clock period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- Silicon footprint in µm²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Analysis: To find the most suitable operating point for a given design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Over-constrain - wastes area &amp; power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Under-constrain - design could run faster than you think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0832" y="3744433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 Library Used: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2752" y="4208154"/>
            <a:ext cx="1889760" cy="46329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752" y="4208154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Library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9088" y="4208154"/>
            <a:ext cx="35356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7856" y="4208154"/>
            <a:ext cx="34381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SAED 14nm RVT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2752" y="4744602"/>
            <a:ext cx="1889760" cy="46329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752" y="4744602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09088" y="4744602"/>
            <a:ext cx="35356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7856" y="4744602"/>
            <a:ext cx="34381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E293B"/>
                </a:solidFill>
              </a:rPr>
              <a:t>14 nm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2752" y="5281050"/>
            <a:ext cx="1889760" cy="46329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752" y="5281050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Variant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09088" y="5281050"/>
            <a:ext cx="35356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7856" y="5281050"/>
            <a:ext cx="34381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RVT (Regular Threshold Voltage)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2752" y="5817498"/>
            <a:ext cx="1889760" cy="46329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752" y="5817498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Why RVT?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09088" y="5817498"/>
            <a:ext cx="35356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7856" y="5817498"/>
            <a:ext cx="34381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Balanced speed, area &amp; power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2752" y="6353946"/>
            <a:ext cx="1889760" cy="463296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752" y="6353946"/>
            <a:ext cx="1889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Format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09088" y="6353946"/>
            <a:ext cx="353568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7856" y="6353946"/>
            <a:ext cx="343814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E293B"/>
                </a:solidFill>
              </a:rPr>
              <a:t>Liberty .db files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9840" y="4511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.db Files Used: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39840" y="4901184"/>
            <a:ext cx="5547360" cy="1015835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6144" y="4998720"/>
            <a:ext cx="5303520" cy="859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saed14rvt_base_ff0p88v25c.db   ← Fast-Fast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saed14rvt_base_tt0p8v25c.db    ← Typical-Typical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saed14rvt_base_ss0p72v125c.db  ← Slow-Slow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saed14rvt_cg_ss0p72v125c.db    ← Clock Gating</a:t>
            </a:r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A5A412D-D288-9E6C-42F3-55A689DB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3</a:t>
            </a:fld>
            <a:endParaRPr lang="en-IN"/>
          </a:p>
        </p:txBody>
      </p:sp>
      <p:pic>
        <p:nvPicPr>
          <p:cNvPr id="31" name="Picture 2" descr="http://icegateinstitute.com/images/y/NIT-Durgapur.png">
            <a:extLst>
              <a:ext uri="{FF2B5EF4-FFF2-40B4-BE49-F238E27FC236}">
                <a16:creationId xmlns:a16="http://schemas.microsoft.com/office/drawing/2014/main" id="{E971A84A-30C5-1D3D-97EE-A71D71E03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Automation is Needed in PPA Analysis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680" y="1280160"/>
            <a:ext cx="5242560" cy="4632960"/>
          </a:xfrm>
          <a:prstGeom prst="rect">
            <a:avLst/>
          </a:prstGeom>
          <a:solidFill>
            <a:srgbClr val="FEF2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680" y="1280160"/>
            <a:ext cx="524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B91C1C"/>
                </a:solidFill>
              </a:rPr>
              <a:t>Traditional Approach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70560" y="1853184"/>
            <a:ext cx="511302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guesses a clock period value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edits TCL + SDC constraints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synthesis - waits 10–30 min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timing/area/power report manually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period and reruns from scratch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for each corner separately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comparison of corners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- prone to human error</a:t>
            </a:r>
          </a:p>
        </p:txBody>
      </p:sp>
      <p:sp>
        <p:nvSpPr>
          <p:cNvPr id="7" name="Shape 5"/>
          <p:cNvSpPr/>
          <p:nvPr/>
        </p:nvSpPr>
        <p:spPr>
          <a:xfrm>
            <a:off x="6339840" y="1280160"/>
            <a:ext cx="5242560" cy="4632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0" y="1280160"/>
            <a:ext cx="5242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chemeClr val="accent1">
                    <a:lumMod val="50000"/>
                  </a:schemeClr>
                </a:solidFill>
              </a:rPr>
              <a:t>Automated PPA Explorer</a:t>
            </a:r>
            <a:endParaRPr lang="en-US" sz="1867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522719" y="1853184"/>
            <a:ext cx="5428275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gives: one .v file + top module name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auto-generates TCL for every run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3 corners automatically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all reports (WNS, area, power)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steps</a:t>
            </a: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FINAL_SUMMARY.rpt</a:t>
            </a:r>
            <a:endParaRPr lang="en-US" sz="2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single </a:t>
            </a:r>
            <a:r>
              <a:rPr lang="en-US" sz="2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design</a:t>
            </a:r>
            <a:endParaRPr lang="en-US" sz="2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62016" y="3108960"/>
            <a:ext cx="12679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VS</a:t>
            </a:r>
            <a:endParaRPr lang="en-US" sz="2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936B514-75B9-78CC-BA7A-D62DF3E7102B}"/>
              </a:ext>
            </a:extLst>
          </p:cNvPr>
          <p:cNvSpPr/>
          <p:nvPr/>
        </p:nvSpPr>
        <p:spPr>
          <a:xfrm>
            <a:off x="5783580" y="31089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→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FF4EAB-F077-A477-2C8F-E6FEAEA3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4</a:t>
            </a:fld>
            <a:endParaRPr lang="en-IN"/>
          </a:p>
        </p:txBody>
      </p:sp>
      <p:pic>
        <p:nvPicPr>
          <p:cNvPr id="13" name="Picture 2" descr="http://icegateinstitute.com/images/y/NIT-Durgapur.png">
            <a:extLst>
              <a:ext uri="{FF2B5EF4-FFF2-40B4-BE49-F238E27FC236}">
                <a16:creationId xmlns:a16="http://schemas.microsoft.com/office/drawing/2014/main" id="{6DDDC197-C93C-7357-E911-6D7385C5E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2926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Tool Flow and Working of the Explorer</a:t>
            </a:r>
            <a:endParaRPr lang="en-US" sz="3730" dirty="0"/>
          </a:p>
        </p:txBody>
      </p:sp>
      <p:sp>
        <p:nvSpPr>
          <p:cNvPr id="6" name="Shape 4"/>
          <p:cNvSpPr/>
          <p:nvPr/>
        </p:nvSpPr>
        <p:spPr>
          <a:xfrm>
            <a:off x="609600" y="1316736"/>
            <a:ext cx="1999488" cy="24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9600" y="1316736"/>
            <a:ext cx="1999488" cy="4632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316736"/>
            <a:ext cx="19994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136" y="1853184"/>
            <a:ext cx="1804416" cy="1804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Verilog RTL file</a:t>
            </a:r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Top module name</a:t>
            </a:r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Target slack</a:t>
            </a:r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Clock constraints</a:t>
            </a:r>
          </a:p>
        </p:txBody>
      </p:sp>
      <p:sp>
        <p:nvSpPr>
          <p:cNvPr id="10" name="Text 8"/>
          <p:cNvSpPr/>
          <p:nvPr/>
        </p:nvSpPr>
        <p:spPr>
          <a:xfrm>
            <a:off x="2630424" y="2131686"/>
            <a:ext cx="182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chemeClr val="accent1">
                    <a:lumMod val="75000"/>
                  </a:schemeClr>
                </a:solidFill>
              </a:rPr>
              <a:t>›</a:t>
            </a:r>
            <a:endParaRPr lang="en-US" sz="29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34640" y="1320351"/>
            <a:ext cx="1999488" cy="24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1320351"/>
            <a:ext cx="1999488" cy="4632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320351"/>
            <a:ext cx="19994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32176" y="1856799"/>
            <a:ext cx="1804416" cy="1804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Max Speed sweep</a:t>
            </a:r>
            <a:endParaRPr lang="en-US" sz="1467" dirty="0"/>
          </a:p>
          <a:p>
            <a:pPr algn="ctr">
              <a:lnSpc>
                <a:spcPct val="135000"/>
              </a:lnSpc>
            </a:pPr>
            <a:r>
              <a:rPr lang="en-US" sz="1467" dirty="0"/>
              <a:t>Adaptive Jump (Vary)</a:t>
            </a:r>
          </a:p>
          <a:p>
            <a:pPr algn="ctr">
              <a:lnSpc>
                <a:spcPct val="135000"/>
              </a:lnSpc>
            </a:pPr>
            <a:r>
              <a:rPr lang="en-US" sz="1467" dirty="0"/>
              <a:t>Forward sweep(1ns)</a:t>
            </a:r>
          </a:p>
          <a:p>
            <a:pPr algn="ctr">
              <a:lnSpc>
                <a:spcPct val="135000"/>
              </a:lnSpc>
            </a:pPr>
            <a:r>
              <a:rPr lang="en-US" sz="1467" dirty="0"/>
              <a:t>Trackback (-0.1ns)</a:t>
            </a:r>
          </a:p>
          <a:p>
            <a:pPr algn="ctr">
              <a:lnSpc>
                <a:spcPct val="135000"/>
              </a:lnSpc>
            </a:pP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4919472" y="2131686"/>
            <a:ext cx="182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chemeClr val="accent1">
                    <a:lumMod val="75000"/>
                  </a:schemeClr>
                </a:solidFill>
              </a:rPr>
              <a:t>›</a:t>
            </a:r>
            <a:endParaRPr lang="en-US" sz="29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32832" y="1316736"/>
            <a:ext cx="1999488" cy="24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32832" y="1316736"/>
            <a:ext cx="1999488" cy="4632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2832" y="1316736"/>
            <a:ext cx="19994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0368" y="1853184"/>
            <a:ext cx="1804416" cy="1804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Best tradeoff </a:t>
            </a:r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Area sweep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7153656" y="2131686"/>
            <a:ext cx="182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chemeClr val="accent1">
                    <a:lumMod val="75000"/>
                  </a:schemeClr>
                </a:solidFill>
              </a:rPr>
              <a:t>›</a:t>
            </a:r>
            <a:endParaRPr lang="en-US" sz="29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57872" y="1316736"/>
            <a:ext cx="1999488" cy="24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57872" y="1316736"/>
            <a:ext cx="1999488" cy="4632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7872" y="1316736"/>
            <a:ext cx="19994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5408" y="1853184"/>
            <a:ext cx="1804416" cy="1804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Power sweep</a:t>
            </a:r>
            <a:endParaRPr lang="en-US" sz="1467" dirty="0"/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+ Clock Gating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9393936" y="2131686"/>
            <a:ext cx="1828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chemeClr val="accent1">
                    <a:lumMod val="75000"/>
                  </a:schemeClr>
                </a:solidFill>
              </a:rPr>
              <a:t>›</a:t>
            </a:r>
            <a:endParaRPr lang="en-US" sz="29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582912" y="1316736"/>
            <a:ext cx="1999488" cy="2438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82912" y="1316736"/>
            <a:ext cx="1999488" cy="4632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1316736"/>
            <a:ext cx="199948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REPORT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80448" y="1853184"/>
            <a:ext cx="1804416" cy="1804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FINAL_SUMMARY.rpt</a:t>
            </a:r>
            <a:endParaRPr lang="en-US" sz="1467" dirty="0"/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Best Speed/Area/</a:t>
            </a:r>
            <a:endParaRPr lang="en-US" sz="1467" dirty="0"/>
          </a:p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1E293B"/>
                </a:solidFill>
              </a:rPr>
              <a:t>Power + CG%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609600" y="3998976"/>
            <a:ext cx="85344" cy="2560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480" y="3998976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/>
              <a:t>Each synthesis run produces: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792480" y="4511040"/>
            <a:ext cx="6662928" cy="188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timing_setup.rpt</a:t>
            </a:r>
            <a:r>
              <a:rPr lang="en-US" sz="15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 WNS (Worst Negative Slack)</a:t>
            </a:r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 err="1">
                <a:solidFill>
                  <a:srgbClr val="1E293B"/>
                </a:solidFill>
                <a:latin typeface="Consolas" pitchFamily="34" charset="0"/>
              </a:rPr>
              <a:t>timing_hold.rpt</a:t>
            </a:r>
            <a:r>
              <a:rPr lang="en-US" sz="1533" dirty="0">
                <a:solidFill>
                  <a:srgbClr val="1E293B"/>
                </a:solidFill>
                <a:latin typeface="Consolas" pitchFamily="34" charset="0"/>
              </a:rPr>
              <a:t>   -  WHS (Worst Hold Slack)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area.rpt</a:t>
            </a:r>
            <a:r>
              <a:rPr lang="en-US" sz="15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 Total area in μm²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power.rpt</a:t>
            </a:r>
            <a:r>
              <a:rPr lang="en-US" sz="15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 Total power in mW</a:t>
            </a:r>
            <a:endParaRPr lang="en-US" sz="1533" dirty="0"/>
          </a:p>
          <a:p>
            <a:pPr marL="457189" indent="-457189">
              <a:spcAft>
                <a:spcPts val="400"/>
              </a:spcAft>
              <a:buSzPct val="100000"/>
              <a:buChar char="•"/>
            </a:pPr>
            <a:r>
              <a:rPr lang="en-US" sz="15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netlist.v + .</a:t>
            </a:r>
            <a:r>
              <a:rPr lang="en-US" sz="1533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sdc</a:t>
            </a:r>
            <a:r>
              <a:rPr lang="en-US" sz="1533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 </a:t>
            </a:r>
            <a:r>
              <a:rPr lang="en-US" sz="1533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Synthesised output for PnR</a:t>
            </a:r>
            <a:endParaRPr lang="en-US" sz="1533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22C7B135-5BCB-4FE7-B07E-854FAEFEB380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389F27-525E-4A84-BC0C-24AD2367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5</a:t>
            </a:fld>
            <a:endParaRPr lang="en-IN"/>
          </a:p>
        </p:txBody>
      </p:sp>
      <p:pic>
        <p:nvPicPr>
          <p:cNvPr id="3" name="Picture 2" descr="http://icegateinstitute.com/images/y/NIT-Durgapur.png">
            <a:extLst>
              <a:ext uri="{FF2B5EF4-FFF2-40B4-BE49-F238E27FC236}">
                <a16:creationId xmlns:a16="http://schemas.microsoft.com/office/drawing/2014/main" id="{FFABC38E-6FFF-3CB6-A27F-CFEC0202C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CF88-C589-FA2B-7B66-5AD25D75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30CFDC-F465-E243-6829-C6AC633B6EA2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Bash &amp; TCL Works Internally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C5601E-3099-A04B-DF37-94E13F5F3555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7F574-E52B-BABA-2C6D-8E1C537E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2" descr="http://icegateinstitute.com/images/y/NIT-Durgapur.png">
            <a:extLst>
              <a:ext uri="{FF2B5EF4-FFF2-40B4-BE49-F238E27FC236}">
                <a16:creationId xmlns:a16="http://schemas.microsoft.com/office/drawing/2014/main" id="{1AB1F776-27F6-897E-C1F6-9AFD8C9E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36445BEA-2BDF-D202-D380-24CB062D0488}"/>
              </a:ext>
            </a:extLst>
          </p:cNvPr>
          <p:cNvSpPr/>
          <p:nvPr/>
        </p:nvSpPr>
        <p:spPr>
          <a:xfrm>
            <a:off x="609598" y="1314542"/>
            <a:ext cx="4329225" cy="25184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AB64B3D-E86F-6935-F822-9FB2329EF42D}"/>
              </a:ext>
            </a:extLst>
          </p:cNvPr>
          <p:cNvSpPr/>
          <p:nvPr/>
        </p:nvSpPr>
        <p:spPr>
          <a:xfrm>
            <a:off x="609598" y="1314541"/>
            <a:ext cx="4329225" cy="4838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2DD900C-3498-9DB0-94CD-208C99815617}"/>
              </a:ext>
            </a:extLst>
          </p:cNvPr>
          <p:cNvSpPr/>
          <p:nvPr/>
        </p:nvSpPr>
        <p:spPr>
          <a:xfrm>
            <a:off x="609598" y="1314541"/>
            <a:ext cx="4329225" cy="48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  TCL Script (auto-generated)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790361E-E8A8-DE7A-1479-A42549D57A67}"/>
              </a:ext>
            </a:extLst>
          </p:cNvPr>
          <p:cNvSpPr/>
          <p:nvPr/>
        </p:nvSpPr>
        <p:spPr>
          <a:xfrm>
            <a:off x="707134" y="1850989"/>
            <a:ext cx="4231690" cy="1884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Generated fresh by Bash for every run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Sets library path: </a:t>
            </a:r>
            <a:r>
              <a:rPr lang="en-US" sz="1467" dirty="0" err="1">
                <a:solidFill>
                  <a:srgbClr val="1E293B"/>
                </a:solidFill>
              </a:rPr>
              <a:t>target_library</a:t>
            </a:r>
            <a:r>
              <a:rPr lang="en-US" sz="1467" dirty="0">
                <a:solidFill>
                  <a:srgbClr val="1E293B"/>
                </a:solidFill>
              </a:rPr>
              <a:t> + </a:t>
            </a:r>
            <a:r>
              <a:rPr lang="en-US" sz="1467" dirty="0" err="1">
                <a:solidFill>
                  <a:srgbClr val="1E293B"/>
                </a:solidFill>
              </a:rPr>
              <a:t>link_library</a:t>
            </a:r>
            <a:endParaRPr lang="en-US" sz="1467" dirty="0">
              <a:solidFill>
                <a:srgbClr val="1E293B"/>
              </a:solidFill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Defines clock constraints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Runs </a:t>
            </a:r>
            <a:r>
              <a:rPr lang="en-US" sz="1467" dirty="0" err="1">
                <a:solidFill>
                  <a:srgbClr val="1E293B"/>
                </a:solidFill>
              </a:rPr>
              <a:t>report_timing</a:t>
            </a:r>
            <a:r>
              <a:rPr lang="en-US" sz="1467" dirty="0">
                <a:solidFill>
                  <a:srgbClr val="1E293B"/>
                </a:solidFill>
              </a:rPr>
              <a:t>, </a:t>
            </a:r>
            <a:r>
              <a:rPr lang="en-US" sz="1467" dirty="0" err="1">
                <a:solidFill>
                  <a:srgbClr val="1E293B"/>
                </a:solidFill>
              </a:rPr>
              <a:t>report_area</a:t>
            </a:r>
            <a:r>
              <a:rPr lang="en-US" sz="1467" dirty="0">
                <a:solidFill>
                  <a:srgbClr val="1E293B"/>
                </a:solidFill>
              </a:rPr>
              <a:t>, </a:t>
            </a:r>
            <a:r>
              <a:rPr lang="en-US" sz="1467" dirty="0" err="1">
                <a:solidFill>
                  <a:srgbClr val="1E293B"/>
                </a:solidFill>
              </a:rPr>
              <a:t>report_power</a:t>
            </a:r>
            <a:endParaRPr lang="en-US" sz="1467" dirty="0">
              <a:solidFill>
                <a:srgbClr val="1E293B"/>
              </a:solidFill>
            </a:endParaRP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Writes </a:t>
            </a:r>
            <a:r>
              <a:rPr lang="en-US" sz="1467" dirty="0" err="1">
                <a:solidFill>
                  <a:srgbClr val="1E293B"/>
                </a:solidFill>
              </a:rPr>
              <a:t>netlist.v</a:t>
            </a:r>
            <a:r>
              <a:rPr lang="en-US" sz="1467" dirty="0">
                <a:solidFill>
                  <a:srgbClr val="1E293B"/>
                </a:solidFill>
              </a:rPr>
              <a:t> and .</a:t>
            </a:r>
            <a:r>
              <a:rPr lang="en-US" sz="1467" dirty="0" err="1">
                <a:solidFill>
                  <a:srgbClr val="1E293B"/>
                </a:solidFill>
              </a:rPr>
              <a:t>sdc</a:t>
            </a:r>
            <a:r>
              <a:rPr lang="en-US" sz="1467" dirty="0">
                <a:solidFill>
                  <a:srgbClr val="1E293B"/>
                </a:solidFill>
              </a:rPr>
              <a:t> output files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Deleted after run</a:t>
            </a: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5C3B2594-C1AF-EFD7-D5AE-A416BB3C58C0}"/>
              </a:ext>
            </a:extLst>
          </p:cNvPr>
          <p:cNvSpPr/>
          <p:nvPr/>
        </p:nvSpPr>
        <p:spPr>
          <a:xfrm>
            <a:off x="609598" y="4198513"/>
            <a:ext cx="4329225" cy="2518496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66781894-44B1-988D-7B4D-62A959608CA6}"/>
              </a:ext>
            </a:extLst>
          </p:cNvPr>
          <p:cNvSpPr/>
          <p:nvPr/>
        </p:nvSpPr>
        <p:spPr>
          <a:xfrm>
            <a:off x="609598" y="4198512"/>
            <a:ext cx="4329225" cy="48386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C82FA386-F61E-AD36-C0E6-54228BC4B06A}"/>
              </a:ext>
            </a:extLst>
          </p:cNvPr>
          <p:cNvSpPr/>
          <p:nvPr/>
        </p:nvSpPr>
        <p:spPr>
          <a:xfrm>
            <a:off x="609598" y="4198512"/>
            <a:ext cx="4329225" cy="483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  Bash Script (master controller)</a:t>
            </a: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E036D73-703D-535C-1632-F843528E48A2}"/>
              </a:ext>
            </a:extLst>
          </p:cNvPr>
          <p:cNvSpPr/>
          <p:nvPr/>
        </p:nvSpPr>
        <p:spPr>
          <a:xfrm>
            <a:off x="707134" y="4734960"/>
            <a:ext cx="4231690" cy="1884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Environment Setup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Invoke Synopsys DC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Loops across corners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Parses reports using grep and awk</a:t>
            </a:r>
          </a:p>
          <a:p>
            <a:pPr marL="285750" indent="-2857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1E293B"/>
                </a:solidFill>
              </a:rPr>
              <a:t>Uses extracted values to decide next step</a:t>
            </a: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679C4E8-D0E5-DCF6-48FA-3DDA9CCAAEAA}"/>
              </a:ext>
            </a:extLst>
          </p:cNvPr>
          <p:cNvSpPr/>
          <p:nvPr/>
        </p:nvSpPr>
        <p:spPr>
          <a:xfrm>
            <a:off x="5674761" y="3346141"/>
            <a:ext cx="5849167" cy="1669159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F5632D12-44B0-EA3E-BA86-EF7CFEBDCDD8}"/>
              </a:ext>
            </a:extLst>
          </p:cNvPr>
          <p:cNvSpPr/>
          <p:nvPr/>
        </p:nvSpPr>
        <p:spPr>
          <a:xfrm>
            <a:off x="5789746" y="3422678"/>
            <a:ext cx="5734182" cy="1592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WNS from timing report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"slack (MET|VIOLATED)" </a:t>
            </a:r>
            <a:r>
              <a:rPr lang="en-US" sz="1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timing.rpt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tail -1 | awk '{print $NF}'</a:t>
            </a:r>
          </a:p>
          <a:p>
            <a:pPr marL="0" indent="0">
              <a:buNone/>
            </a:pP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area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"Total area:" </a:t>
            </a:r>
            <a:r>
              <a:rPr lang="en-US" sz="1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area.rpt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awk '{print $NF}'</a:t>
            </a:r>
          </a:p>
          <a:p>
            <a:pPr marL="0" indent="0">
              <a:buNone/>
            </a:pP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 power (top-level 100.0% row)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 '/100\.0/{print $(NF-1)}' power.rpt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0EED073D-D30B-C392-3313-147A98708C0F}"/>
              </a:ext>
            </a:extLst>
          </p:cNvPr>
          <p:cNvSpPr/>
          <p:nvPr/>
        </p:nvSpPr>
        <p:spPr>
          <a:xfrm>
            <a:off x="5674761" y="29421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How Reports are Parsed: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870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B094-7745-ED47-C224-720D6039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BA8572-8765-258C-13CF-B70B4589FE74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Fast-Fast Corner for Maximum Speed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73A76D-FE4B-1010-52E8-38BE386E3B6A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0018366-17CE-5521-7080-6B3C8210E9EF}"/>
              </a:ext>
            </a:extLst>
          </p:cNvPr>
          <p:cNvSpPr/>
          <p:nvPr/>
        </p:nvSpPr>
        <p:spPr>
          <a:xfrm>
            <a:off x="792480" y="1316736"/>
            <a:ext cx="487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/>
              <a:t>Sweep Algorithm Steps</a:t>
            </a:r>
            <a:endParaRPr lang="en-US" sz="1733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3DEBAAF2-C21A-3D10-ED4F-E5159490CC25}"/>
              </a:ext>
            </a:extLst>
          </p:cNvPr>
          <p:cNvSpPr/>
          <p:nvPr/>
        </p:nvSpPr>
        <p:spPr>
          <a:xfrm>
            <a:off x="609600" y="2011680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63EB08AD-B2A3-B2B5-DD86-F1F3844A9443}"/>
              </a:ext>
            </a:extLst>
          </p:cNvPr>
          <p:cNvSpPr/>
          <p:nvPr/>
        </p:nvSpPr>
        <p:spPr>
          <a:xfrm>
            <a:off x="609600" y="201168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97BBE641-D288-1FD8-1A44-A52FCF0B9B4A}"/>
              </a:ext>
            </a:extLst>
          </p:cNvPr>
          <p:cNvSpPr/>
          <p:nvPr/>
        </p:nvSpPr>
        <p:spPr>
          <a:xfrm>
            <a:off x="1158240" y="1792225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Probe at 1ns</a:t>
            </a:r>
            <a:endParaRPr lang="en-US" sz="1533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01BC34A-3FDB-6770-A6BF-BA88FDD60257}"/>
              </a:ext>
            </a:extLst>
          </p:cNvPr>
          <p:cNvSpPr/>
          <p:nvPr/>
        </p:nvSpPr>
        <p:spPr>
          <a:xfrm>
            <a:off x="3194304" y="1826671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First run. Reads WNS immediately from timing report.</a:t>
            </a: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AACE69C2-A2E5-E8C0-DBB7-4CCC2202F4E9}"/>
              </a:ext>
            </a:extLst>
          </p:cNvPr>
          <p:cNvSpPr/>
          <p:nvPr/>
        </p:nvSpPr>
        <p:spPr>
          <a:xfrm>
            <a:off x="609600" y="2767584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2A3894E-DCF0-2B99-38E1-2555D8E246ED}"/>
              </a:ext>
            </a:extLst>
          </p:cNvPr>
          <p:cNvSpPr/>
          <p:nvPr/>
        </p:nvSpPr>
        <p:spPr>
          <a:xfrm>
            <a:off x="609600" y="2987040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29677A5-CCBD-7B76-3582-49E09DCF382A}"/>
              </a:ext>
            </a:extLst>
          </p:cNvPr>
          <p:cNvSpPr/>
          <p:nvPr/>
        </p:nvSpPr>
        <p:spPr>
          <a:xfrm>
            <a:off x="609600" y="298704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4FABBC-C801-8B74-58B2-F89D6DBFFB4D}"/>
              </a:ext>
            </a:extLst>
          </p:cNvPr>
          <p:cNvSpPr/>
          <p:nvPr/>
        </p:nvSpPr>
        <p:spPr>
          <a:xfrm>
            <a:off x="1158240" y="2772546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Smart Jump</a:t>
            </a:r>
            <a:endParaRPr lang="en-US" sz="1533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E88FD90-58DB-0DAF-0565-93B38EB70AF0}"/>
              </a:ext>
            </a:extLst>
          </p:cNvPr>
          <p:cNvSpPr/>
          <p:nvPr/>
        </p:nvSpPr>
        <p:spPr>
          <a:xfrm>
            <a:off x="3194304" y="2816353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If WNS &lt; −1ns: next = current + ceil(|WNS|).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Skips </a:t>
            </a:r>
            <a:r>
              <a:rPr lang="en-US" sz="1400"/>
              <a:t>useless iterations</a:t>
            </a:r>
            <a:endParaRPr lang="en-US" sz="14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5CE7217-9BA5-3798-D960-BB0A9A439FC1}"/>
              </a:ext>
            </a:extLst>
          </p:cNvPr>
          <p:cNvSpPr/>
          <p:nvPr/>
        </p:nvSpPr>
        <p:spPr>
          <a:xfrm>
            <a:off x="609600" y="3742944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1F4C368F-2246-BC78-49F3-0B412D6C7C76}"/>
              </a:ext>
            </a:extLst>
          </p:cNvPr>
          <p:cNvSpPr/>
          <p:nvPr/>
        </p:nvSpPr>
        <p:spPr>
          <a:xfrm>
            <a:off x="609600" y="3962400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28209362-CC74-C168-484B-10AF652843E1}"/>
              </a:ext>
            </a:extLst>
          </p:cNvPr>
          <p:cNvSpPr/>
          <p:nvPr/>
        </p:nvSpPr>
        <p:spPr>
          <a:xfrm>
            <a:off x="609600" y="396240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641EC8F-56B8-9C63-631A-D223301AD39C}"/>
              </a:ext>
            </a:extLst>
          </p:cNvPr>
          <p:cNvSpPr/>
          <p:nvPr/>
        </p:nvSpPr>
        <p:spPr>
          <a:xfrm>
            <a:off x="1139952" y="3745072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+1ns Steps</a:t>
            </a:r>
            <a:endParaRPr lang="en-US" sz="1533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03ACC304-4D2A-C97C-96CF-7B154BABF2C1}"/>
              </a:ext>
            </a:extLst>
          </p:cNvPr>
          <p:cNvSpPr/>
          <p:nvPr/>
        </p:nvSpPr>
        <p:spPr>
          <a:xfrm>
            <a:off x="3194304" y="3792776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Steps forward +1ns each run until WNS ≥ TARGET_SLACK (0.1ns).</a:t>
            </a: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FCCCF8AA-92C5-B246-EF2E-0D89AADDD1E0}"/>
              </a:ext>
            </a:extLst>
          </p:cNvPr>
          <p:cNvSpPr/>
          <p:nvPr/>
        </p:nvSpPr>
        <p:spPr>
          <a:xfrm>
            <a:off x="609600" y="4718304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EB655D7F-987F-876C-70E8-9E3C62BE00D1}"/>
              </a:ext>
            </a:extLst>
          </p:cNvPr>
          <p:cNvSpPr/>
          <p:nvPr/>
        </p:nvSpPr>
        <p:spPr>
          <a:xfrm>
            <a:off x="609600" y="4937760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EF061ED-AE9F-D7D5-8472-3FF437BC4D99}"/>
              </a:ext>
            </a:extLst>
          </p:cNvPr>
          <p:cNvSpPr/>
          <p:nvPr/>
        </p:nvSpPr>
        <p:spPr>
          <a:xfrm>
            <a:off x="609600" y="493776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262B6208-F866-C055-F1A2-C040D225D954}"/>
              </a:ext>
            </a:extLst>
          </p:cNvPr>
          <p:cNvSpPr/>
          <p:nvPr/>
        </p:nvSpPr>
        <p:spPr>
          <a:xfrm>
            <a:off x="609600" y="5881422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7A6967C9-7509-8039-CA33-E60EE4125632}"/>
              </a:ext>
            </a:extLst>
          </p:cNvPr>
          <p:cNvSpPr/>
          <p:nvPr/>
        </p:nvSpPr>
        <p:spPr>
          <a:xfrm>
            <a:off x="1139952" y="4726101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FF Trackback</a:t>
            </a:r>
            <a:endParaRPr lang="en-US" sz="1533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18BAFEC-EF25-17F2-AD42-562B6C57A43E}"/>
              </a:ext>
            </a:extLst>
          </p:cNvPr>
          <p:cNvSpPr/>
          <p:nvPr/>
        </p:nvSpPr>
        <p:spPr>
          <a:xfrm>
            <a:off x="3230880" y="4813712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After timing met, step back −0.1ns each time.</a:t>
            </a:r>
          </a:p>
          <a:p>
            <a:pPr>
              <a:lnSpc>
                <a:spcPct val="130000"/>
              </a:lnSpc>
            </a:pPr>
            <a:r>
              <a:rPr lang="en-US" sz="1400" dirty="0"/>
              <a:t>Stops when WNS drops below 0.1ns. Last passing = best.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B2F75F-46B8-07FE-8FAF-70CBF6304C1C}"/>
              </a:ext>
            </a:extLst>
          </p:cNvPr>
          <p:cNvSpPr/>
          <p:nvPr/>
        </p:nvSpPr>
        <p:spPr>
          <a:xfrm>
            <a:off x="6931152" y="1353313"/>
            <a:ext cx="499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Terminal Output</a:t>
            </a:r>
            <a:endParaRPr lang="en-US" sz="16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AE83C99-B9E5-E554-DFF3-C995754B0DB6}"/>
              </a:ext>
            </a:extLst>
          </p:cNvPr>
          <p:cNvSpPr/>
          <p:nvPr/>
        </p:nvSpPr>
        <p:spPr>
          <a:xfrm>
            <a:off x="6748272" y="1865377"/>
            <a:ext cx="5181600" cy="4145280"/>
          </a:xfrm>
          <a:prstGeom prst="rect">
            <a:avLst/>
          </a:prstGeom>
          <a:solidFill>
            <a:schemeClr val="tx1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41C2870-4EB4-FE25-B91A-F44C5F6F6E90}"/>
              </a:ext>
            </a:extLst>
          </p:cNvPr>
          <p:cNvSpPr/>
          <p:nvPr/>
        </p:nvSpPr>
        <p:spPr>
          <a:xfrm>
            <a:off x="6833616" y="1950721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CORNER: fast_fast | Target: 0.1ns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E0476D6-3E5A-320D-AF5F-E84671DFA0D3}"/>
              </a:ext>
            </a:extLst>
          </p:cNvPr>
          <p:cNvSpPr/>
          <p:nvPr/>
        </p:nvSpPr>
        <p:spPr>
          <a:xfrm>
            <a:off x="6833616" y="2251864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period=1.0ns  WNS=-9.4  Area=52310  Power=12.1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3458C88-D5A9-574A-DD87-AAFE73DE4115}"/>
              </a:ext>
            </a:extLst>
          </p:cNvPr>
          <p:cNvSpPr/>
          <p:nvPr/>
        </p:nvSpPr>
        <p:spPr>
          <a:xfrm>
            <a:off x="6833616" y="2553006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jump to 10.0ns</a:t>
            </a:r>
            <a:endParaRPr lang="en-US" sz="1133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19C97F15-CCBC-4B1B-0A4D-AC82ED63EA5F}"/>
              </a:ext>
            </a:extLst>
          </p:cNvPr>
          <p:cNvSpPr/>
          <p:nvPr/>
        </p:nvSpPr>
        <p:spPr>
          <a:xfrm>
            <a:off x="6833616" y="2854148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period=10.0ns WNS=-0.08  Area=48200  Power=10.8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FCD6C3CA-B6C5-0AED-ADBA-AD706511D938}"/>
              </a:ext>
            </a:extLst>
          </p:cNvPr>
          <p:cNvSpPr/>
          <p:nvPr/>
        </p:nvSpPr>
        <p:spPr>
          <a:xfrm>
            <a:off x="6833616" y="3429000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period=12.0ns WNS= 0.15  Area=46800  Power=10.1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75F06F68-14C9-CA74-C211-E11604898010}"/>
              </a:ext>
            </a:extLst>
          </p:cNvPr>
          <p:cNvSpPr/>
          <p:nvPr/>
        </p:nvSpPr>
        <p:spPr>
          <a:xfrm>
            <a:off x="6833616" y="3726060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TIMING MET at 12.0ns ***</a:t>
            </a:r>
            <a:endParaRPr lang="en-US" sz="1133" dirty="0">
              <a:solidFill>
                <a:srgbClr val="92D050"/>
              </a:solidFill>
            </a:endParaRPr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FFD263E2-3558-7B20-420B-B06A2AC3B4FA}"/>
              </a:ext>
            </a:extLst>
          </p:cNvPr>
          <p:cNvSpPr/>
          <p:nvPr/>
        </p:nvSpPr>
        <p:spPr>
          <a:xfrm>
            <a:off x="6833616" y="4058718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[FF TRACKBACK] stepping back 0.1ns...</a:t>
            </a:r>
            <a:endParaRPr lang="en-US" sz="1133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1A84DD47-D90F-F5ED-4FDB-CC40FE0FB6EE}"/>
              </a:ext>
            </a:extLst>
          </p:cNvPr>
          <p:cNvSpPr/>
          <p:nvPr/>
        </p:nvSpPr>
        <p:spPr>
          <a:xfrm>
            <a:off x="6833616" y="4359860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11.9ns WNS=0.13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0E492E57-673B-2983-3FC6-5CC961222E9B}"/>
              </a:ext>
            </a:extLst>
          </p:cNvPr>
          <p:cNvSpPr/>
          <p:nvPr/>
        </p:nvSpPr>
        <p:spPr>
          <a:xfrm>
            <a:off x="6833616" y="4661002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11.8ns WNS=0.12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AE97EF28-A338-5FEE-00C8-71522D56E579}"/>
              </a:ext>
            </a:extLst>
          </p:cNvPr>
          <p:cNvSpPr/>
          <p:nvPr/>
        </p:nvSpPr>
        <p:spPr>
          <a:xfrm>
            <a:off x="6833616" y="4962145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11.7ns WNS=0.11  </a:t>
            </a:r>
            <a:r>
              <a:rPr lang="en-US" sz="113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best</a:t>
            </a:r>
            <a:endParaRPr lang="en-US" sz="1133" dirty="0">
              <a:solidFill>
                <a:srgbClr val="92D050"/>
              </a:solidFill>
            </a:endParaRP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C799FD29-B886-7E93-8836-323705890AD7}"/>
              </a:ext>
            </a:extLst>
          </p:cNvPr>
          <p:cNvSpPr/>
          <p:nvPr/>
        </p:nvSpPr>
        <p:spPr>
          <a:xfrm>
            <a:off x="6833616" y="5263288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11.6ns WNS=0.08  </a:t>
            </a:r>
            <a:r>
              <a:rPr lang="en-US" sz="1133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33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violated</a:t>
            </a:r>
            <a:endParaRPr lang="en-US" sz="1133" dirty="0">
              <a:solidFill>
                <a:srgbClr val="FF0000"/>
              </a:solidFill>
            </a:endParaRPr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8A0625A4-1C21-18D0-E92E-AE97E743A3A6}"/>
              </a:ext>
            </a:extLst>
          </p:cNvPr>
          <p:cNvSpPr/>
          <p:nvPr/>
        </p:nvSpPr>
        <p:spPr>
          <a:xfrm>
            <a:off x="6833616" y="5564430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[FF] Final best period: 11.7ns</a:t>
            </a:r>
            <a:endParaRPr lang="en-US" sz="1133" dirty="0">
              <a:solidFill>
                <a:srgbClr val="92D050"/>
              </a:solidFill>
            </a:endParaRPr>
          </a:p>
        </p:txBody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89785924-4B7A-BDF3-79F0-8EF85FEC4D45}"/>
              </a:ext>
            </a:extLst>
          </p:cNvPr>
          <p:cNvSpPr/>
          <p:nvPr/>
        </p:nvSpPr>
        <p:spPr>
          <a:xfrm>
            <a:off x="6833616" y="3120954"/>
            <a:ext cx="4974336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period=11.0ns WNS= 0.07  Area=48200  Power=10.8</a:t>
            </a:r>
            <a:endParaRPr lang="en-US" sz="1133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4F843-59DF-BF59-F86F-0174FA62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7</a:t>
            </a:fld>
            <a:endParaRPr lang="en-IN" dirty="0"/>
          </a:p>
        </p:txBody>
      </p:sp>
      <p:pic>
        <p:nvPicPr>
          <p:cNvPr id="5" name="Picture 2" descr="http://icegateinstitute.com/images/y/NIT-Durgapur.png">
            <a:extLst>
              <a:ext uri="{FF2B5EF4-FFF2-40B4-BE49-F238E27FC236}">
                <a16:creationId xmlns:a16="http://schemas.microsoft.com/office/drawing/2014/main" id="{EAB61AA1-5796-D7C0-F5D7-1B93256D6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529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02F0-84EC-EF57-1C6B-1ABE46BA6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7BFF43-DC3F-E038-9C4B-7B99607C4C06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Typical-Typical Corner for Best Area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4B5ADA-3899-F213-3717-603160752B03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F3CA1DE-637E-4A3D-78F0-4849809B9D81}"/>
              </a:ext>
            </a:extLst>
          </p:cNvPr>
          <p:cNvSpPr/>
          <p:nvPr/>
        </p:nvSpPr>
        <p:spPr>
          <a:xfrm>
            <a:off x="6766560" y="2399739"/>
            <a:ext cx="499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Terminal Output</a:t>
            </a:r>
            <a:endParaRPr lang="en-US" sz="1600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14018289-2635-4A7D-7FD4-5D88F326316B}"/>
              </a:ext>
            </a:extLst>
          </p:cNvPr>
          <p:cNvSpPr/>
          <p:nvPr/>
        </p:nvSpPr>
        <p:spPr>
          <a:xfrm>
            <a:off x="6766561" y="2881113"/>
            <a:ext cx="4279037" cy="1670723"/>
          </a:xfrm>
          <a:prstGeom prst="rect">
            <a:avLst/>
          </a:prstGeom>
          <a:solidFill>
            <a:schemeClr val="tx1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5CB176D8-FC51-E2C8-8BF0-070A4CCDC01F}"/>
              </a:ext>
            </a:extLst>
          </p:cNvPr>
          <p:cNvSpPr/>
          <p:nvPr/>
        </p:nvSpPr>
        <p:spPr>
          <a:xfrm>
            <a:off x="6894151" y="2961282"/>
            <a:ext cx="4962216" cy="243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CORNER: typical_typical | Goal: area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C7C1D5B-8BC8-7516-5675-D69BDBA1D4F1}"/>
              </a:ext>
            </a:extLst>
          </p:cNvPr>
          <p:cNvSpPr/>
          <p:nvPr/>
        </p:nvSpPr>
        <p:spPr>
          <a:xfrm>
            <a:off x="6894151" y="3175861"/>
            <a:ext cx="4871129" cy="243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period=12.0ns  WNS=0.11  Area=44200  </a:t>
            </a:r>
            <a:r>
              <a:rPr lang="en-US" sz="109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timing met</a:t>
            </a:r>
            <a:endParaRPr lang="en-US" sz="1093" dirty="0">
              <a:solidFill>
                <a:srgbClr val="92D050"/>
              </a:solidFill>
            </a:endParaRPr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F228623-5BB3-DF5E-A487-8B3F45BC3D67}"/>
              </a:ext>
            </a:extLst>
          </p:cNvPr>
          <p:cNvSpPr/>
          <p:nvPr/>
        </p:nvSpPr>
        <p:spPr>
          <a:xfrm>
            <a:off x="6894151" y="3390441"/>
            <a:ext cx="4773451" cy="2438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period=13.0ns  WNS=1.2   Area=41500  </a:t>
            </a:r>
            <a:r>
              <a:rPr lang="en-US" sz="109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6.1%)</a:t>
            </a:r>
            <a:endParaRPr lang="en-US" sz="1093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6F82E16C-2315-6256-C965-709430BA9365}"/>
              </a:ext>
            </a:extLst>
          </p:cNvPr>
          <p:cNvSpPr/>
          <p:nvPr/>
        </p:nvSpPr>
        <p:spPr>
          <a:xfrm>
            <a:off x="6894151" y="3605019"/>
            <a:ext cx="4871129" cy="243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period=14.0ns  WNS=2.4   Area=39800  </a:t>
            </a:r>
            <a:r>
              <a:rPr lang="en-US" sz="109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4.1%)</a:t>
            </a:r>
            <a:endParaRPr lang="en-US" sz="1093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5C836215-93C9-7070-AA2C-7A8F03A23783}"/>
              </a:ext>
            </a:extLst>
          </p:cNvPr>
          <p:cNvSpPr/>
          <p:nvPr/>
        </p:nvSpPr>
        <p:spPr>
          <a:xfrm>
            <a:off x="6894151" y="3819599"/>
            <a:ext cx="4962216" cy="243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period=15.0ns  WNS=3.6   Area=39000  </a:t>
            </a:r>
            <a:r>
              <a:rPr lang="en-US" sz="109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2.01%)</a:t>
            </a:r>
            <a:endParaRPr lang="en-US" sz="1093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2FBAE7A-2B1A-C18D-4D79-F9E29C534E57}"/>
              </a:ext>
            </a:extLst>
          </p:cNvPr>
          <p:cNvSpPr/>
          <p:nvPr/>
        </p:nvSpPr>
        <p:spPr>
          <a:xfrm>
            <a:off x="6894151" y="4034178"/>
            <a:ext cx="4937832" cy="243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period=16.0ns  WNS=4.8   Area=38700  </a:t>
            </a:r>
            <a:r>
              <a:rPr lang="en-US" sz="1093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0.77%)</a:t>
            </a:r>
            <a:endParaRPr lang="en-US" sz="1093" dirty="0">
              <a:solidFill>
                <a:srgbClr val="FF0000"/>
              </a:solidFill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140F320C-5DA2-4D9B-E403-CAC026CC646A}"/>
              </a:ext>
            </a:extLst>
          </p:cNvPr>
          <p:cNvSpPr/>
          <p:nvPr/>
        </p:nvSpPr>
        <p:spPr>
          <a:xfrm>
            <a:off x="6894151" y="4248757"/>
            <a:ext cx="4937832" cy="243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AREA CONVERGED at 16.0ns — stopping ***</a:t>
            </a:r>
            <a:endParaRPr lang="en-US" sz="1093" dirty="0">
              <a:solidFill>
                <a:srgbClr val="92D050"/>
              </a:solidFill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AD86AEB6-1645-3B84-63D0-92026BA7AAD0}"/>
              </a:ext>
            </a:extLst>
          </p:cNvPr>
          <p:cNvSpPr/>
          <p:nvPr/>
        </p:nvSpPr>
        <p:spPr>
          <a:xfrm>
            <a:off x="877537" y="2063128"/>
            <a:ext cx="487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/>
              <a:t>Sweep Algorithm Steps</a:t>
            </a:r>
            <a:endParaRPr lang="en-US" sz="1733" dirty="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2111FD9B-0A06-8692-B8F0-464DAD50CE06}"/>
              </a:ext>
            </a:extLst>
          </p:cNvPr>
          <p:cNvSpPr/>
          <p:nvPr/>
        </p:nvSpPr>
        <p:spPr>
          <a:xfrm>
            <a:off x="694657" y="2758072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4C05126C-BF3A-49CB-5DC7-46FADD420612}"/>
              </a:ext>
            </a:extLst>
          </p:cNvPr>
          <p:cNvSpPr/>
          <p:nvPr/>
        </p:nvSpPr>
        <p:spPr>
          <a:xfrm>
            <a:off x="694657" y="2758072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7B78979D-1FBE-E985-08C5-711A12F6642A}"/>
              </a:ext>
            </a:extLst>
          </p:cNvPr>
          <p:cNvSpPr/>
          <p:nvPr/>
        </p:nvSpPr>
        <p:spPr>
          <a:xfrm>
            <a:off x="1243297" y="2538617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Starts from where timing met for FF </a:t>
            </a:r>
            <a:endParaRPr lang="en-US" sz="1533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978E3F6C-4B47-77CD-BA3E-11C9AC264E03}"/>
              </a:ext>
            </a:extLst>
          </p:cNvPr>
          <p:cNvSpPr/>
          <p:nvPr/>
        </p:nvSpPr>
        <p:spPr>
          <a:xfrm>
            <a:off x="3279361" y="2538617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Try to meet timing first</a:t>
            </a:r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87FC9C36-DC2B-D8F0-7333-7B35A3FB60A0}"/>
              </a:ext>
            </a:extLst>
          </p:cNvPr>
          <p:cNvSpPr/>
          <p:nvPr/>
        </p:nvSpPr>
        <p:spPr>
          <a:xfrm>
            <a:off x="694657" y="3513976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E6075CCC-2EE9-BA14-42BE-80403ADE2D57}"/>
              </a:ext>
            </a:extLst>
          </p:cNvPr>
          <p:cNvSpPr/>
          <p:nvPr/>
        </p:nvSpPr>
        <p:spPr>
          <a:xfrm>
            <a:off x="694657" y="3733432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E7310F07-FE69-1497-FE2C-24D76AB54C1B}"/>
              </a:ext>
            </a:extLst>
          </p:cNvPr>
          <p:cNvSpPr/>
          <p:nvPr/>
        </p:nvSpPr>
        <p:spPr>
          <a:xfrm>
            <a:off x="694657" y="3733432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9757ED51-0AB3-F979-9541-38D84E9EA1DF}"/>
              </a:ext>
            </a:extLst>
          </p:cNvPr>
          <p:cNvSpPr/>
          <p:nvPr/>
        </p:nvSpPr>
        <p:spPr>
          <a:xfrm>
            <a:off x="1243297" y="3518938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+1ns Steps</a:t>
            </a:r>
            <a:endParaRPr lang="en-US" sz="1533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2CFF95F1-3636-70D1-5B2F-3706A6CE4A6A}"/>
              </a:ext>
            </a:extLst>
          </p:cNvPr>
          <p:cNvSpPr/>
          <p:nvPr/>
        </p:nvSpPr>
        <p:spPr>
          <a:xfrm>
            <a:off x="3279361" y="3601714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</a:rPr>
              <a:t>After timing met, sweep continues +1ns steps</a:t>
            </a:r>
            <a:endParaRPr lang="en-US" sz="1400" dirty="0"/>
          </a:p>
          <a:p>
            <a:pPr>
              <a:lnSpc>
                <a:spcPct val="130000"/>
              </a:lnSpc>
            </a:pPr>
            <a:endParaRPr lang="en-US" sz="14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DF9D49FA-B4DF-D6E8-5CD9-554C60A78F64}"/>
              </a:ext>
            </a:extLst>
          </p:cNvPr>
          <p:cNvSpPr/>
          <p:nvPr/>
        </p:nvSpPr>
        <p:spPr>
          <a:xfrm>
            <a:off x="694657" y="4489336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32005DA9-8AA9-171B-9F24-7D6294571A13}"/>
              </a:ext>
            </a:extLst>
          </p:cNvPr>
          <p:cNvSpPr/>
          <p:nvPr/>
        </p:nvSpPr>
        <p:spPr>
          <a:xfrm>
            <a:off x="694657" y="4708792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C2854966-D901-02B6-5E0D-72CEBD152AEA}"/>
              </a:ext>
            </a:extLst>
          </p:cNvPr>
          <p:cNvSpPr/>
          <p:nvPr/>
        </p:nvSpPr>
        <p:spPr>
          <a:xfrm>
            <a:off x="694657" y="4708792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AAE716BF-4DF9-E5D3-8D2F-4C3952835359}"/>
              </a:ext>
            </a:extLst>
          </p:cNvPr>
          <p:cNvSpPr/>
          <p:nvPr/>
        </p:nvSpPr>
        <p:spPr>
          <a:xfrm>
            <a:off x="1225009" y="4491464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2% Convergence Rule</a:t>
            </a:r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967D91B6-0D05-13EA-C7D2-2CB03B3A5B24}"/>
              </a:ext>
            </a:extLst>
          </p:cNvPr>
          <p:cNvSpPr/>
          <p:nvPr/>
        </p:nvSpPr>
        <p:spPr>
          <a:xfrm>
            <a:off x="3279361" y="4520518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33"/>
              </a:spcAft>
              <a:buSzPct val="100000"/>
            </a:pPr>
            <a:r>
              <a:rPr lang="en-US" sz="1400" dirty="0">
                <a:solidFill>
                  <a:srgbClr val="1E293B"/>
                </a:solidFill>
              </a:rPr>
              <a:t>If area change &lt; 2% then stop</a:t>
            </a:r>
            <a:endParaRPr lang="en-US" sz="1400" dirty="0"/>
          </a:p>
        </p:txBody>
      </p:sp>
      <p:sp>
        <p:nvSpPr>
          <p:cNvPr id="75" name="Text 22">
            <a:extLst>
              <a:ext uri="{FF2B5EF4-FFF2-40B4-BE49-F238E27FC236}">
                <a16:creationId xmlns:a16="http://schemas.microsoft.com/office/drawing/2014/main" id="{2A6A0D48-6329-DBD0-54B2-0D0ED22F40D1}"/>
              </a:ext>
            </a:extLst>
          </p:cNvPr>
          <p:cNvSpPr/>
          <p:nvPr/>
        </p:nvSpPr>
        <p:spPr>
          <a:xfrm>
            <a:off x="609600" y="533400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7183B8C5-6D52-82B5-9BB7-83810F03BB78}"/>
              </a:ext>
            </a:extLst>
          </p:cNvPr>
          <p:cNvSpPr/>
          <p:nvPr/>
        </p:nvSpPr>
        <p:spPr>
          <a:xfrm>
            <a:off x="524543" y="7391246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C4D08F54-2661-2BC1-75B9-F55D1F48A8F1}"/>
              </a:ext>
            </a:extLst>
          </p:cNvPr>
          <p:cNvSpPr/>
          <p:nvPr/>
        </p:nvSpPr>
        <p:spPr>
          <a:xfrm>
            <a:off x="719041" y="5417397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B8F66-9350-1783-C21F-06D8947B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2" descr="http://icegateinstitute.com/images/y/NIT-Durgapur.png">
            <a:extLst>
              <a:ext uri="{FF2B5EF4-FFF2-40B4-BE49-F238E27FC236}">
                <a16:creationId xmlns:a16="http://schemas.microsoft.com/office/drawing/2014/main" id="{226D541B-D336-881D-557A-69C6ECBBB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5461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ADBF-B965-2C88-A60D-E04690711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E56B3E-E8CF-D9D8-C5D0-5793333CE3CF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Slow-Slow Corner for Best Power + Clock Gating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40A439-2F45-A2AE-3404-02A7DED2AFB2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1A0D275-E65C-0A86-6D1B-3DA8FFB599AD}"/>
              </a:ext>
            </a:extLst>
          </p:cNvPr>
          <p:cNvSpPr/>
          <p:nvPr/>
        </p:nvSpPr>
        <p:spPr>
          <a:xfrm>
            <a:off x="6853250" y="1300065"/>
            <a:ext cx="499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/>
              <a:t>Terminal Output</a:t>
            </a:r>
            <a:endParaRPr lang="en-US" sz="16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FE90B16C-04CD-F624-B763-180B444AAE13}"/>
              </a:ext>
            </a:extLst>
          </p:cNvPr>
          <p:cNvSpPr/>
          <p:nvPr/>
        </p:nvSpPr>
        <p:spPr>
          <a:xfrm>
            <a:off x="792480" y="1300065"/>
            <a:ext cx="487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/>
              <a:t>Sweep Algorithm Steps</a:t>
            </a:r>
            <a:endParaRPr lang="en-US" sz="1733" dirty="0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1EE102FC-5B0A-C68E-AC66-DE79E9592339}"/>
              </a:ext>
            </a:extLst>
          </p:cNvPr>
          <p:cNvSpPr/>
          <p:nvPr/>
        </p:nvSpPr>
        <p:spPr>
          <a:xfrm>
            <a:off x="609600" y="1995009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6D30966A-F7FA-D1DB-E1EF-27A6B2AB8145}"/>
              </a:ext>
            </a:extLst>
          </p:cNvPr>
          <p:cNvSpPr/>
          <p:nvPr/>
        </p:nvSpPr>
        <p:spPr>
          <a:xfrm>
            <a:off x="609600" y="1995009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1</a:t>
            </a:r>
            <a:endParaRPr lang="en-US" sz="1467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626F4376-EF00-4876-A290-DFA5D0B57A3B}"/>
              </a:ext>
            </a:extLst>
          </p:cNvPr>
          <p:cNvSpPr/>
          <p:nvPr/>
        </p:nvSpPr>
        <p:spPr>
          <a:xfrm>
            <a:off x="1158240" y="1775554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Starts from where timing met for TT </a:t>
            </a:r>
            <a:endParaRPr lang="en-US" sz="1533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C8D6312F-6218-EC49-A5B1-43BEA9426474}"/>
              </a:ext>
            </a:extLst>
          </p:cNvPr>
          <p:cNvSpPr/>
          <p:nvPr/>
        </p:nvSpPr>
        <p:spPr>
          <a:xfrm>
            <a:off x="3194304" y="1775554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/>
              <a:t>Try to meet timing first</a:t>
            </a:r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20EECF83-4758-9023-FBB2-30FF2C7D8FF5}"/>
              </a:ext>
            </a:extLst>
          </p:cNvPr>
          <p:cNvSpPr/>
          <p:nvPr/>
        </p:nvSpPr>
        <p:spPr>
          <a:xfrm>
            <a:off x="609600" y="2750913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970EE231-45FC-2B65-29AF-26C02C847C63}"/>
              </a:ext>
            </a:extLst>
          </p:cNvPr>
          <p:cNvSpPr/>
          <p:nvPr/>
        </p:nvSpPr>
        <p:spPr>
          <a:xfrm>
            <a:off x="609600" y="2970369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CE903B36-69FC-26B1-9793-622C6CDF8E02}"/>
              </a:ext>
            </a:extLst>
          </p:cNvPr>
          <p:cNvSpPr/>
          <p:nvPr/>
        </p:nvSpPr>
        <p:spPr>
          <a:xfrm>
            <a:off x="609600" y="2970369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2</a:t>
            </a:r>
            <a:endParaRPr lang="en-US" sz="1467" dirty="0"/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E106A74E-6E62-6E99-D16E-CA9541153648}"/>
              </a:ext>
            </a:extLst>
          </p:cNvPr>
          <p:cNvSpPr/>
          <p:nvPr/>
        </p:nvSpPr>
        <p:spPr>
          <a:xfrm>
            <a:off x="1158240" y="2755875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+1ns Steps</a:t>
            </a:r>
            <a:endParaRPr lang="en-US" sz="1533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B4601B3D-A3B5-7B0F-CC48-BB9D49C9C170}"/>
              </a:ext>
            </a:extLst>
          </p:cNvPr>
          <p:cNvSpPr/>
          <p:nvPr/>
        </p:nvSpPr>
        <p:spPr>
          <a:xfrm>
            <a:off x="3194304" y="2838651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</a:rPr>
              <a:t>After timing met, sweep continues</a:t>
            </a:r>
            <a:endParaRPr lang="en-US" sz="1400" dirty="0"/>
          </a:p>
        </p:txBody>
      </p:sp>
      <p:sp>
        <p:nvSpPr>
          <p:cNvPr id="68" name="Shape 15">
            <a:extLst>
              <a:ext uri="{FF2B5EF4-FFF2-40B4-BE49-F238E27FC236}">
                <a16:creationId xmlns:a16="http://schemas.microsoft.com/office/drawing/2014/main" id="{69A7136C-FC56-D89A-8FAB-EA105E7E22B8}"/>
              </a:ext>
            </a:extLst>
          </p:cNvPr>
          <p:cNvSpPr/>
          <p:nvPr/>
        </p:nvSpPr>
        <p:spPr>
          <a:xfrm>
            <a:off x="609600" y="3726273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37A47C65-CE97-DA44-ABD0-CC5AE118C853}"/>
              </a:ext>
            </a:extLst>
          </p:cNvPr>
          <p:cNvSpPr/>
          <p:nvPr/>
        </p:nvSpPr>
        <p:spPr>
          <a:xfrm>
            <a:off x="609600" y="3945729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7BF5CE06-992B-BDC0-C03C-12A42AF52214}"/>
              </a:ext>
            </a:extLst>
          </p:cNvPr>
          <p:cNvSpPr/>
          <p:nvPr/>
        </p:nvSpPr>
        <p:spPr>
          <a:xfrm>
            <a:off x="609600" y="3945729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3</a:t>
            </a:r>
            <a:endParaRPr lang="en-US" sz="1467" dirty="0"/>
          </a:p>
        </p:txBody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315AF10D-03E9-8A2E-FF8D-A8FC4F673BF1}"/>
              </a:ext>
            </a:extLst>
          </p:cNvPr>
          <p:cNvSpPr/>
          <p:nvPr/>
        </p:nvSpPr>
        <p:spPr>
          <a:xfrm>
            <a:off x="1139952" y="3728401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E293B"/>
                </a:solidFill>
              </a:rPr>
              <a:t>2% Convergence Rule</a:t>
            </a:r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15977C45-BB79-956B-7465-FA16CC3BA5FE}"/>
              </a:ext>
            </a:extLst>
          </p:cNvPr>
          <p:cNvSpPr/>
          <p:nvPr/>
        </p:nvSpPr>
        <p:spPr>
          <a:xfrm>
            <a:off x="3194304" y="3757455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33"/>
              </a:spcAft>
              <a:buSzPct val="100000"/>
            </a:pPr>
            <a:r>
              <a:rPr lang="en-US" sz="1400" dirty="0">
                <a:solidFill>
                  <a:srgbClr val="1E293B"/>
                </a:solidFill>
              </a:rPr>
              <a:t>If power change &lt; 2% then stop</a:t>
            </a:r>
            <a:endParaRPr lang="en-US" sz="1400" dirty="0"/>
          </a:p>
        </p:txBody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6B4EDC2B-1D00-4090-D870-87D9894E78C8}"/>
              </a:ext>
            </a:extLst>
          </p:cNvPr>
          <p:cNvSpPr/>
          <p:nvPr/>
        </p:nvSpPr>
        <p:spPr>
          <a:xfrm>
            <a:off x="524543" y="7391246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A8C4BB38-AEE4-CD37-DEA0-DC395746D833}"/>
              </a:ext>
            </a:extLst>
          </p:cNvPr>
          <p:cNvSpPr/>
          <p:nvPr/>
        </p:nvSpPr>
        <p:spPr>
          <a:xfrm>
            <a:off x="6781020" y="1738977"/>
            <a:ext cx="5340096" cy="3184209"/>
          </a:xfrm>
          <a:prstGeom prst="rect">
            <a:avLst/>
          </a:prstGeom>
          <a:solidFill>
            <a:schemeClr val="tx1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28C87F56-7657-A6B9-EF23-DA8AC85B3011}"/>
              </a:ext>
            </a:extLst>
          </p:cNvPr>
          <p:cNvSpPr/>
          <p:nvPr/>
        </p:nvSpPr>
        <p:spPr>
          <a:xfrm>
            <a:off x="6871538" y="1832034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CORNER: slow_slow | Goal: power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42AEC610-8BDC-9AE4-3F92-64302FA68377}"/>
              </a:ext>
            </a:extLst>
          </p:cNvPr>
          <p:cNvSpPr/>
          <p:nvPr/>
        </p:nvSpPr>
        <p:spPr>
          <a:xfrm>
            <a:off x="6871538" y="2097819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period=12.0ns  WNS=-2.1  Power=9.8mW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5DC80F03-4E0B-C9D2-E000-93661E36B187}"/>
              </a:ext>
            </a:extLst>
          </p:cNvPr>
          <p:cNvSpPr/>
          <p:nvPr/>
        </p:nvSpPr>
        <p:spPr>
          <a:xfrm>
            <a:off x="6871538" y="2363605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period=13.0ns  WNS=-0.8  Power=9.1mW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9E7BD3C6-0E47-6589-05E3-3C7BEF1444FC}"/>
              </a:ext>
            </a:extLst>
          </p:cNvPr>
          <p:cNvSpPr/>
          <p:nvPr/>
        </p:nvSpPr>
        <p:spPr>
          <a:xfrm>
            <a:off x="6871538" y="2629391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period=14.0ns  WNS= 0.2  Power=8.5mW    </a:t>
            </a:r>
            <a:r>
              <a:rPr lang="en-US" sz="109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 timing met</a:t>
            </a:r>
            <a:endParaRPr lang="en-US" sz="1093" dirty="0">
              <a:solidFill>
                <a:srgbClr val="92D050"/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13573BF6-93EE-59FC-6AE8-B5CFBAE192A5}"/>
              </a:ext>
            </a:extLst>
          </p:cNvPr>
          <p:cNvSpPr/>
          <p:nvPr/>
        </p:nvSpPr>
        <p:spPr>
          <a:xfrm>
            <a:off x="6871538" y="2895177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period=15.0ns  WNS= 1.4  Power=8.1mW    </a:t>
            </a:r>
            <a:r>
              <a:rPr lang="en-US" sz="109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4.7%)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258207B1-37B0-5223-771C-B0D8601A0C8C}"/>
              </a:ext>
            </a:extLst>
          </p:cNvPr>
          <p:cNvSpPr/>
          <p:nvPr/>
        </p:nvSpPr>
        <p:spPr>
          <a:xfrm>
            <a:off x="6871538" y="3160962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period=16.0ns  WNS= 2.6  Power=7.9mW    </a:t>
            </a:r>
            <a:r>
              <a:rPr lang="en-US" sz="1093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2.5%)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67C449DE-0FA0-EA9B-E106-CC997E52EC77}"/>
              </a:ext>
            </a:extLst>
          </p:cNvPr>
          <p:cNvSpPr/>
          <p:nvPr/>
        </p:nvSpPr>
        <p:spPr>
          <a:xfrm>
            <a:off x="6871538" y="3426747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period=17.0ns  WNS= 3.8  Power=7.8mW    </a:t>
            </a:r>
            <a:r>
              <a:rPr lang="en-US" sz="1093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(change 1.3%)</a:t>
            </a:r>
            <a:endParaRPr lang="en-US" sz="1093" dirty="0">
              <a:solidFill>
                <a:srgbClr val="FF0000"/>
              </a:solidFill>
            </a:endParaRPr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87CA1002-FCEE-69D7-07E8-BD1A94C35E36}"/>
              </a:ext>
            </a:extLst>
          </p:cNvPr>
          <p:cNvSpPr/>
          <p:nvPr/>
        </p:nvSpPr>
        <p:spPr>
          <a:xfrm>
            <a:off x="6871538" y="3692533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rgbClr val="92D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POWER SWEEP DONE - best at 17.0ns ***</a:t>
            </a:r>
            <a:endParaRPr lang="en-US" sz="1093" dirty="0">
              <a:solidFill>
                <a:srgbClr val="92D050"/>
              </a:solidFill>
            </a:endParaRPr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9CAE3797-901F-CE83-5F57-C2C4FA45607C}"/>
              </a:ext>
            </a:extLst>
          </p:cNvPr>
          <p:cNvSpPr/>
          <p:nvPr/>
        </p:nvSpPr>
        <p:spPr>
          <a:xfrm>
            <a:off x="6871538" y="3958319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5F8D76E6-D125-213D-7ADA-7AF43A033459}"/>
              </a:ext>
            </a:extLst>
          </p:cNvPr>
          <p:cNvSpPr/>
          <p:nvPr/>
        </p:nvSpPr>
        <p:spPr>
          <a:xfrm>
            <a:off x="6871538" y="4224105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[CG RUN] Clock gating at 17.0ns...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484440B0-7F6D-DA26-65ED-2A595B8BAD0D}"/>
              </a:ext>
            </a:extLst>
          </p:cNvPr>
          <p:cNvSpPr/>
          <p:nvPr/>
        </p:nvSpPr>
        <p:spPr>
          <a:xfrm>
            <a:off x="6871538" y="4489890"/>
            <a:ext cx="514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93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[CG] Power=6.9mW  Area=54200um2</a:t>
            </a:r>
            <a:endParaRPr lang="en-US" sz="1093" dirty="0">
              <a:solidFill>
                <a:schemeClr val="bg1"/>
              </a:solidFill>
            </a:endParaRPr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C1281AD7-BC15-64AF-889F-210A6F1E067C}"/>
              </a:ext>
            </a:extLst>
          </p:cNvPr>
          <p:cNvSpPr/>
          <p:nvPr/>
        </p:nvSpPr>
        <p:spPr>
          <a:xfrm>
            <a:off x="609600" y="4718304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96AD1364-F0FE-59E1-3625-49D69A0FDA77}"/>
              </a:ext>
            </a:extLst>
          </p:cNvPr>
          <p:cNvSpPr/>
          <p:nvPr/>
        </p:nvSpPr>
        <p:spPr>
          <a:xfrm>
            <a:off x="609600" y="4937760"/>
            <a:ext cx="426720" cy="4267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856ED33B-168A-0F06-7DC3-2A3292AFDAE1}"/>
              </a:ext>
            </a:extLst>
          </p:cNvPr>
          <p:cNvSpPr/>
          <p:nvPr/>
        </p:nvSpPr>
        <p:spPr>
          <a:xfrm>
            <a:off x="609600" y="493776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4</a:t>
            </a:r>
            <a:endParaRPr lang="en-US" sz="1467" dirty="0"/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C058D560-463F-ECB8-51FA-FEBC3FC7B2BC}"/>
              </a:ext>
            </a:extLst>
          </p:cNvPr>
          <p:cNvSpPr/>
          <p:nvPr/>
        </p:nvSpPr>
        <p:spPr>
          <a:xfrm>
            <a:off x="609600" y="5881422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28">
            <a:extLst>
              <a:ext uri="{FF2B5EF4-FFF2-40B4-BE49-F238E27FC236}">
                <a16:creationId xmlns:a16="http://schemas.microsoft.com/office/drawing/2014/main" id="{ECD0D7C0-C830-DDBB-154F-CA078D336858}"/>
              </a:ext>
            </a:extLst>
          </p:cNvPr>
          <p:cNvSpPr/>
          <p:nvPr/>
        </p:nvSpPr>
        <p:spPr>
          <a:xfrm>
            <a:off x="1139952" y="4726101"/>
            <a:ext cx="19507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E2761"/>
                </a:solidFill>
              </a:rPr>
              <a:t>Clock Gating Run</a:t>
            </a:r>
            <a:endParaRPr lang="en-US" sz="1600" dirty="0"/>
          </a:p>
        </p:txBody>
      </p:sp>
      <p:sp>
        <p:nvSpPr>
          <p:cNvPr id="21" name="Text 29">
            <a:extLst>
              <a:ext uri="{FF2B5EF4-FFF2-40B4-BE49-F238E27FC236}">
                <a16:creationId xmlns:a16="http://schemas.microsoft.com/office/drawing/2014/main" id="{75555EC3-8B33-D058-6423-354235C14D0F}"/>
              </a:ext>
            </a:extLst>
          </p:cNvPr>
          <p:cNvSpPr/>
          <p:nvPr/>
        </p:nvSpPr>
        <p:spPr>
          <a:xfrm>
            <a:off x="3230880" y="4813712"/>
            <a:ext cx="3048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Clock gating cells are automatically inserted by DC, no RTL changes required.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5FEFD9A0-D643-1C35-A49D-FE35081E5AEF}"/>
              </a:ext>
            </a:extLst>
          </p:cNvPr>
          <p:cNvSpPr/>
          <p:nvPr/>
        </p:nvSpPr>
        <p:spPr>
          <a:xfrm>
            <a:off x="6781020" y="5036179"/>
            <a:ext cx="1682496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69973222-9CF5-8601-8B86-D940A6B3261E}"/>
              </a:ext>
            </a:extLst>
          </p:cNvPr>
          <p:cNvSpPr/>
          <p:nvPr/>
        </p:nvSpPr>
        <p:spPr>
          <a:xfrm>
            <a:off x="6781020" y="5036179"/>
            <a:ext cx="1682496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DFC631A5-29A2-F4C0-83A5-FDA085E8E9BA}"/>
              </a:ext>
            </a:extLst>
          </p:cNvPr>
          <p:cNvSpPr/>
          <p:nvPr/>
        </p:nvSpPr>
        <p:spPr>
          <a:xfrm>
            <a:off x="6781020" y="5036179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Power without CG</a:t>
            </a:r>
            <a:endParaRPr lang="en-US" sz="1133" dirty="0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1369B471-C7A6-52CB-A0BF-DC3EED3757FE}"/>
              </a:ext>
            </a:extLst>
          </p:cNvPr>
          <p:cNvSpPr/>
          <p:nvPr/>
        </p:nvSpPr>
        <p:spPr>
          <a:xfrm>
            <a:off x="6781020" y="5426323"/>
            <a:ext cx="168249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chemeClr val="accent1">
                    <a:lumMod val="75000"/>
                  </a:schemeClr>
                </a:solidFill>
              </a:rPr>
              <a:t>7.8 mW</a:t>
            </a:r>
            <a:endParaRPr lang="en-US" sz="2667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2FA585BD-53EE-C620-9792-66B3C30545BE}"/>
              </a:ext>
            </a:extLst>
          </p:cNvPr>
          <p:cNvSpPr/>
          <p:nvPr/>
        </p:nvSpPr>
        <p:spPr>
          <a:xfrm>
            <a:off x="8609820" y="5036179"/>
            <a:ext cx="1682496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789524D4-7FC5-7D93-4FB4-DDFDE8C6F61C}"/>
              </a:ext>
            </a:extLst>
          </p:cNvPr>
          <p:cNvSpPr/>
          <p:nvPr/>
        </p:nvSpPr>
        <p:spPr>
          <a:xfrm>
            <a:off x="8609820" y="5036179"/>
            <a:ext cx="1682496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8BED9D01-797F-573D-0B51-C1F2BBAA72C0}"/>
              </a:ext>
            </a:extLst>
          </p:cNvPr>
          <p:cNvSpPr/>
          <p:nvPr/>
        </p:nvSpPr>
        <p:spPr>
          <a:xfrm>
            <a:off x="8609820" y="5036179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Power with CG</a:t>
            </a:r>
            <a:endParaRPr lang="en-US" sz="1133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4A832EC6-A11F-0028-218B-1C25965D58B0}"/>
              </a:ext>
            </a:extLst>
          </p:cNvPr>
          <p:cNvSpPr/>
          <p:nvPr/>
        </p:nvSpPr>
        <p:spPr>
          <a:xfrm>
            <a:off x="8609820" y="5426323"/>
            <a:ext cx="168249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chemeClr val="accent1">
                    <a:lumMod val="75000"/>
                  </a:schemeClr>
                </a:solidFill>
              </a:rPr>
              <a:t>6.9 mW</a:t>
            </a:r>
            <a:endParaRPr lang="en-US" sz="2667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5FC6334A-B738-0503-6D64-8C338A01085C}"/>
              </a:ext>
            </a:extLst>
          </p:cNvPr>
          <p:cNvSpPr/>
          <p:nvPr/>
        </p:nvSpPr>
        <p:spPr>
          <a:xfrm>
            <a:off x="10438620" y="5036179"/>
            <a:ext cx="1682496" cy="1158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AFC58B24-890B-DDE2-DB88-E36F609513CC}"/>
              </a:ext>
            </a:extLst>
          </p:cNvPr>
          <p:cNvSpPr/>
          <p:nvPr/>
        </p:nvSpPr>
        <p:spPr>
          <a:xfrm>
            <a:off x="10438620" y="5036179"/>
            <a:ext cx="1682496" cy="3657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A9846261-74BE-A7A2-732C-085C7D2D7C17}"/>
              </a:ext>
            </a:extLst>
          </p:cNvPr>
          <p:cNvSpPr/>
          <p:nvPr/>
        </p:nvSpPr>
        <p:spPr>
          <a:xfrm>
            <a:off x="10438620" y="5036179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FFFFFF"/>
                </a:solidFill>
              </a:rPr>
              <a:t>CG Power Saving</a:t>
            </a:r>
            <a:endParaRPr lang="en-US" sz="1133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8C0D452A-C575-9069-6C3E-B4F160096DA2}"/>
              </a:ext>
            </a:extLst>
          </p:cNvPr>
          <p:cNvSpPr/>
          <p:nvPr/>
        </p:nvSpPr>
        <p:spPr>
          <a:xfrm>
            <a:off x="10438620" y="5426323"/>
            <a:ext cx="168249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166534"/>
                </a:solidFill>
              </a:rPr>
              <a:t>11.5%</a:t>
            </a:r>
            <a:endParaRPr lang="en-US" sz="2667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D6E53D6-25E4-82B6-9315-BD6AFDEE3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9</a:t>
            </a:fld>
            <a:endParaRPr lang="en-IN"/>
          </a:p>
        </p:txBody>
      </p:sp>
      <p:pic>
        <p:nvPicPr>
          <p:cNvPr id="36" name="Picture 2" descr="http://icegateinstitute.com/images/y/NIT-Durgapur.png">
            <a:extLst>
              <a:ext uri="{FF2B5EF4-FFF2-40B4-BE49-F238E27FC236}">
                <a16:creationId xmlns:a16="http://schemas.microsoft.com/office/drawing/2014/main" id="{8653239A-2E76-A138-920C-63104A2DB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8780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6FB5-7A2A-8BD0-F4A4-68177D0B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4A7F7E-5016-596B-4A57-E3425CFFED39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 Report (</a:t>
            </a:r>
            <a:r>
              <a:rPr lang="en-US" sz="30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FINAL_SUMMARY.rpt</a:t>
            </a:r>
            <a:r>
              <a:rPr lang="en-US" sz="3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E8B0A6-8370-CBE5-F88E-6C71961E48BD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76" name="Shape 25">
            <a:extLst>
              <a:ext uri="{FF2B5EF4-FFF2-40B4-BE49-F238E27FC236}">
                <a16:creationId xmlns:a16="http://schemas.microsoft.com/office/drawing/2014/main" id="{148A4CDB-F2BF-85DD-8A31-5B743C9382AB}"/>
              </a:ext>
            </a:extLst>
          </p:cNvPr>
          <p:cNvSpPr/>
          <p:nvPr/>
        </p:nvSpPr>
        <p:spPr>
          <a:xfrm>
            <a:off x="524543" y="7391246"/>
            <a:ext cx="5608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5" name="Picture 2" descr="http://icegateinstitute.com/images/y/NIT-Durgapur.png">
            <a:extLst>
              <a:ext uri="{FF2B5EF4-FFF2-40B4-BE49-F238E27FC236}">
                <a16:creationId xmlns:a16="http://schemas.microsoft.com/office/drawing/2014/main" id="{F17FA0FD-D60E-ABE1-B659-3180589DD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DCA9E-0D0A-5235-B498-CC32ADE7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10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82909-E9FD-22E1-A773-0DD36FE23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347" y="1310569"/>
            <a:ext cx="4074443" cy="5172490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09743B-CEEA-A0B4-9E43-2ABEEC389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378933"/>
            <a:ext cx="5796515" cy="5078851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581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0E25-1159-2AD1-EAA9-449B342E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5A6D20-E20F-15E5-C748-EE413613DF4F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FA830F-16AB-A1C9-AD4F-5BA47FE9741D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E49403-6667-8234-EDFA-86A240EE37A0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D6753E-70BC-AFF9-4261-BD2EA7B98EE6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01</a:t>
            </a:r>
            <a:endParaRPr lang="en-US" sz="17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DA8777-ECFC-64DF-4236-5ECCA77E50BE}"/>
              </a:ext>
            </a:extLst>
          </p:cNvPr>
          <p:cNvSpPr/>
          <p:nvPr/>
        </p:nvSpPr>
        <p:spPr>
          <a:xfrm>
            <a:off x="1243584" y="1341120"/>
            <a:ext cx="7087025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automated PPA exploration tool using Bash &amp; TCL scripting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EB8C63-62F4-6A2B-8F3C-1AE0844A7CD9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481093-18A0-EF74-9503-F841A4170D41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02</a:t>
            </a:r>
            <a:endParaRPr lang="en-US" sz="17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4C3B3E-9C82-A6A5-34E5-C43885936418}"/>
              </a:ext>
            </a:extLst>
          </p:cNvPr>
          <p:cNvSpPr/>
          <p:nvPr/>
        </p:nvSpPr>
        <p:spPr>
          <a:xfrm>
            <a:off x="1243584" y="1865376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three SAED 14nm RVT PVT corners  (FF, TT, SS), without any manual intervention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F60AB0F-43CD-F817-FB56-6967767C1DFD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CE1BDD-D925-EF90-6DAB-4765FE21CFB1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03</a:t>
            </a:r>
            <a:endParaRPr lang="en-US" sz="17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767A08-6D6D-E6A9-21F1-CB06EE696F66}"/>
              </a:ext>
            </a:extLst>
          </p:cNvPr>
          <p:cNvSpPr/>
          <p:nvPr/>
        </p:nvSpPr>
        <p:spPr>
          <a:xfrm>
            <a:off x="1243584" y="2389632"/>
            <a:ext cx="809180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ceil-jump avoids wasted DC runs, 0.1 ns trackback finds the tightest passing period</a:t>
            </a:r>
            <a:endParaRPr lang="en-US" sz="167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D2523B6-CCDA-EDE2-E42E-CF331B5F7C0B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010E23-0744-5170-7944-B7A2CB6DCF26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04</a:t>
            </a:r>
            <a:endParaRPr lang="en-US" sz="1733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3BDF60-E528-DBE0-C6D2-9920D9C774DC}"/>
              </a:ext>
            </a:extLst>
          </p:cNvPr>
          <p:cNvSpPr/>
          <p:nvPr/>
        </p:nvSpPr>
        <p:spPr>
          <a:xfrm>
            <a:off x="1243584" y="2913888"/>
            <a:ext cx="7251830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 area-convergence sweep identifies the true minimum-area configuration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283DD0-9B1B-3BDF-6B54-9237EC4D156E}"/>
              </a:ext>
            </a:extLst>
          </p:cNvPr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766CC04-61B0-50E4-F8AF-D50F13C49F01}"/>
              </a:ext>
            </a:extLst>
          </p:cNvPr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05</a:t>
            </a:r>
            <a:endParaRPr lang="en-US" sz="1733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C8A40FF-0D75-CB74-7641-26CFFF3741E2}"/>
              </a:ext>
            </a:extLst>
          </p:cNvPr>
          <p:cNvSpPr/>
          <p:nvPr/>
        </p:nvSpPr>
        <p:spPr>
          <a:xfrm>
            <a:off x="1243584" y="3438144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power sweep + automatic clock gating synthesis reduces power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D6C7C90-6493-8EE9-D1DC-77F2FFD3A246}"/>
              </a:ext>
            </a:extLst>
          </p:cNvPr>
          <p:cNvSpPr/>
          <p:nvPr/>
        </p:nvSpPr>
        <p:spPr>
          <a:xfrm>
            <a:off x="609600" y="396240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BF042A-DA96-0DB1-AE22-D8E8717E4FFD}"/>
              </a:ext>
            </a:extLst>
          </p:cNvPr>
          <p:cNvSpPr/>
          <p:nvPr/>
        </p:nvSpPr>
        <p:spPr>
          <a:xfrm>
            <a:off x="609600" y="396240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06</a:t>
            </a:r>
            <a:endParaRPr lang="en-US" sz="1733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147962F-018D-1F51-467A-7020F92730C7}"/>
              </a:ext>
            </a:extLst>
          </p:cNvPr>
          <p:cNvSpPr/>
          <p:nvPr/>
        </p:nvSpPr>
        <p:spPr>
          <a:xfrm>
            <a:off x="1243584" y="3962400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structured </a:t>
            </a:r>
            <a:r>
              <a:rPr lang="en-US" sz="16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FINAL_SUMMARY.rpt</a:t>
            </a:r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clear recommendations for all four PPA goals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0496F5F-E1C5-A42A-4426-F62925A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11</a:t>
            </a:fld>
            <a:endParaRPr lang="en-IN"/>
          </a:p>
        </p:txBody>
      </p:sp>
      <p:pic>
        <p:nvPicPr>
          <p:cNvPr id="26" name="Picture 2" descr="http://icegateinstitute.com/images/y/NIT-Durgapur.png">
            <a:extLst>
              <a:ext uri="{FF2B5EF4-FFF2-40B4-BE49-F238E27FC236}">
                <a16:creationId xmlns:a16="http://schemas.microsoft.com/office/drawing/2014/main" id="{5C0CC822-6A18-5C5F-F41F-59F82E196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7275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29CF4-EAC0-FFDF-D6BA-5D15F32D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5B12B5-2773-B274-AFF6-AB230573F5D6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Scope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AEDF11-15D2-8430-E50A-1B17BAFC5BE6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734BF6-10A6-8358-A335-0FEE0F969E12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8D940C-F4A7-A44D-7C14-1D50CC640006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01</a:t>
            </a:r>
            <a:endParaRPr lang="en-US" sz="17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91581E-E4C4-A682-41FC-CA92A9CF72AB}"/>
              </a:ext>
            </a:extLst>
          </p:cNvPr>
          <p:cNvSpPr/>
          <p:nvPr/>
        </p:nvSpPr>
        <p:spPr>
          <a:xfrm>
            <a:off x="1243584" y="1341120"/>
            <a:ext cx="7087025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Multi-clock support with separate SDC per clock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9C9C624-E1EF-E2BF-7C19-7F43B2522B22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1F38DDC-B8FD-E887-E85F-4616566E6078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02</a:t>
            </a:r>
            <a:endParaRPr lang="en-US" sz="17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5E7D64-D90F-A882-295E-2F48CB67F5DB}"/>
              </a:ext>
            </a:extLst>
          </p:cNvPr>
          <p:cNvSpPr/>
          <p:nvPr/>
        </p:nvSpPr>
        <p:spPr>
          <a:xfrm>
            <a:off x="1243584" y="1865376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Vt variants: HVT for ultra-low power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7C97D83-AFD3-A6C2-95B5-6752E3C68633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9B9A8FA-390E-14B8-6F1B-3A496B03DCC1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03</a:t>
            </a:r>
            <a:endParaRPr lang="en-US" sz="17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3F4CD4-4F9E-283B-1E14-7DC355814E58}"/>
              </a:ext>
            </a:extLst>
          </p:cNvPr>
          <p:cNvSpPr/>
          <p:nvPr/>
        </p:nvSpPr>
        <p:spPr>
          <a:xfrm>
            <a:off x="1243584" y="2389632"/>
            <a:ext cx="809180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violation checking added to sweep logic</a:t>
            </a:r>
            <a:endParaRPr lang="en-US" sz="167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138099-FE6B-A291-FDE3-68552A397E0F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F2D8A7-B1FB-B477-FBE4-790CF5405E31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04</a:t>
            </a:r>
            <a:endParaRPr lang="en-US" sz="1733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A4EE1AA-0982-357D-017E-FA2136DA7A3C}"/>
              </a:ext>
            </a:extLst>
          </p:cNvPr>
          <p:cNvSpPr/>
          <p:nvPr/>
        </p:nvSpPr>
        <p:spPr>
          <a:xfrm>
            <a:off x="1243584" y="2913888"/>
            <a:ext cx="7251830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67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E7A456-54C6-AB62-3E4C-048A2000D94E}"/>
              </a:ext>
            </a:extLst>
          </p:cNvPr>
          <p:cNvSpPr txBox="1"/>
          <p:nvPr/>
        </p:nvSpPr>
        <p:spPr>
          <a:xfrm>
            <a:off x="1165612" y="2867560"/>
            <a:ext cx="10764118" cy="34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70" dirty="0"/>
              <a:t>Extend optimization to include post </a:t>
            </a:r>
            <a:r>
              <a:rPr lang="en-US" sz="1670" dirty="0" err="1"/>
              <a:t>PnR</a:t>
            </a:r>
            <a:r>
              <a:rPr lang="en-US" sz="1670" dirty="0"/>
              <a:t> reports for more accurate results</a:t>
            </a:r>
            <a:endParaRPr lang="en-IN" sz="167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F7136F4-080D-1BEC-8D8C-3DC68DE7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12</a:t>
            </a:fld>
            <a:endParaRPr lang="en-IN"/>
          </a:p>
        </p:txBody>
      </p:sp>
      <p:pic>
        <p:nvPicPr>
          <p:cNvPr id="18" name="Picture 2" descr="http://icegateinstitute.com/images/y/NIT-Durgapur.png">
            <a:extLst>
              <a:ext uri="{FF2B5EF4-FFF2-40B4-BE49-F238E27FC236}">
                <a16:creationId xmlns:a16="http://schemas.microsoft.com/office/drawing/2014/main" id="{6BE9B7C5-0BE6-BBD8-82F4-64042B053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619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851BF-1B1A-FD85-A4DC-06D3EE74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C676BF-9127-5E07-001E-FC0950E2FCE4}"/>
              </a:ext>
            </a:extLst>
          </p:cNvPr>
          <p:cNvSpPr/>
          <p:nvPr/>
        </p:nvSpPr>
        <p:spPr>
          <a:xfrm>
            <a:off x="609600" y="268224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D0554F-0A92-7FC0-7FD8-F6887C5236E2}"/>
              </a:ext>
            </a:extLst>
          </p:cNvPr>
          <p:cNvSpPr/>
          <p:nvPr/>
        </p:nvSpPr>
        <p:spPr>
          <a:xfrm>
            <a:off x="609600" y="1097280"/>
            <a:ext cx="10972800" cy="48768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DB18EA-492A-A2A2-ED7A-127A71166EFD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146E8B-59D0-8AD8-DBA2-185F8A2BCDA1}"/>
              </a:ext>
            </a:extLst>
          </p:cNvPr>
          <p:cNvSpPr/>
          <p:nvPr/>
        </p:nvSpPr>
        <p:spPr>
          <a:xfrm>
            <a:off x="609600" y="1341120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01</a:t>
            </a:r>
            <a:endParaRPr lang="en-US" sz="17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CB0432-D23F-564C-D2F1-E19EC9CCC22E}"/>
              </a:ext>
            </a:extLst>
          </p:cNvPr>
          <p:cNvSpPr/>
          <p:nvPr/>
        </p:nvSpPr>
        <p:spPr>
          <a:xfrm>
            <a:off x="1243584" y="1341120"/>
            <a:ext cx="7087025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SAED 14nm EDK Digital Standard Cell Libraries Databook, Rev. 2.0.0, 2024.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625A08E-EAE6-72DA-3F6E-F540A231378D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2CA1C7-3B5F-11C6-2931-4C003DC214B5}"/>
              </a:ext>
            </a:extLst>
          </p:cNvPr>
          <p:cNvSpPr/>
          <p:nvPr/>
        </p:nvSpPr>
        <p:spPr>
          <a:xfrm>
            <a:off x="609600" y="1865376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02</a:t>
            </a:r>
            <a:endParaRPr lang="en-US" sz="1733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28646C-83A0-8395-E87E-0F3D02CCA158}"/>
              </a:ext>
            </a:extLst>
          </p:cNvPr>
          <p:cNvSpPr/>
          <p:nvPr/>
        </p:nvSpPr>
        <p:spPr>
          <a:xfrm>
            <a:off x="1243584" y="1865376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Compiler User Guide - RTL Synthesis. Version T-2022.03.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536B3A-3D4B-29FA-D357-2E92697B8A9F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9A6A72F-BA6C-657C-05AE-63A4996B675F}"/>
              </a:ext>
            </a:extLst>
          </p:cNvPr>
          <p:cNvSpPr/>
          <p:nvPr/>
        </p:nvSpPr>
        <p:spPr>
          <a:xfrm>
            <a:off x="609600" y="2389632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03</a:t>
            </a:r>
            <a:endParaRPr lang="en-US" sz="17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CE35E32-7754-0B44-60C6-65D3E5A42201}"/>
              </a:ext>
            </a:extLst>
          </p:cNvPr>
          <p:cNvSpPr/>
          <p:nvPr/>
        </p:nvSpPr>
        <p:spPr>
          <a:xfrm>
            <a:off x="1243584" y="2389632"/>
            <a:ext cx="8091802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Compiler TCL Command Reference Manual.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AC8552-F2F5-B16D-7494-95420810E8DA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34CAF0C-641F-32FC-53C4-0C37E77B19FC}"/>
              </a:ext>
            </a:extLst>
          </p:cNvPr>
          <p:cNvSpPr/>
          <p:nvPr/>
        </p:nvSpPr>
        <p:spPr>
          <a:xfrm>
            <a:off x="609600" y="2913888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04</a:t>
            </a:r>
            <a:endParaRPr lang="en-US" sz="1733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3289F1-340A-B251-64A6-BFAE5E21B9B4}"/>
              </a:ext>
            </a:extLst>
          </p:cNvPr>
          <p:cNvSpPr/>
          <p:nvPr/>
        </p:nvSpPr>
        <p:spPr>
          <a:xfrm>
            <a:off x="1243583" y="2913888"/>
            <a:ext cx="9330495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Reference Manual - GNU Bash 5.1. [https://www.gnu.org/software/bash/manual/]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4C6EA02-027A-E58E-4F50-D32098F394C4}"/>
              </a:ext>
            </a:extLst>
          </p:cNvPr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05A3D60-43AD-89AE-A946-9B56DB2E91AA}"/>
              </a:ext>
            </a:extLst>
          </p:cNvPr>
          <p:cNvSpPr/>
          <p:nvPr/>
        </p:nvSpPr>
        <p:spPr>
          <a:xfrm>
            <a:off x="609600" y="3438144"/>
            <a:ext cx="556012" cy="256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05</a:t>
            </a:r>
            <a:endParaRPr lang="en-US" sz="1733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8BDBC06-A55C-E0D5-BF80-DAB13E4311DC}"/>
              </a:ext>
            </a:extLst>
          </p:cNvPr>
          <p:cNvSpPr/>
          <p:nvPr/>
        </p:nvSpPr>
        <p:spPr>
          <a:xfrm>
            <a:off x="1243584" y="3438144"/>
            <a:ext cx="7948263" cy="256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r>
              <a:rPr lang="en-US" sz="16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/Tk 8.6 Documentation. [https://www.tcl.tk/man/tcl8.6/]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D483CA1-95D6-504C-6278-80FFF6F6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6EB1-D8C1-484A-8587-730FF4300508}" type="slidenum">
              <a:rPr lang="en-IN" smtClean="0"/>
              <a:t>13</a:t>
            </a:fld>
            <a:endParaRPr lang="en-IN"/>
          </a:p>
        </p:txBody>
      </p:sp>
      <p:pic>
        <p:nvPicPr>
          <p:cNvPr id="20" name="Picture 2" descr="http://icegateinstitute.com/images/y/NIT-Durgapur.png">
            <a:extLst>
              <a:ext uri="{FF2B5EF4-FFF2-40B4-BE49-F238E27FC236}">
                <a16:creationId xmlns:a16="http://schemas.microsoft.com/office/drawing/2014/main" id="{04EA3982-F455-C060-00E2-99D236624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960" y="221101"/>
            <a:ext cx="839603" cy="839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7131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70560" y="1463040"/>
            <a:ext cx="1109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</a:p>
        </p:txBody>
      </p:sp>
      <p:sp>
        <p:nvSpPr>
          <p:cNvPr id="6" name="Shape 4"/>
          <p:cNvSpPr/>
          <p:nvPr/>
        </p:nvSpPr>
        <p:spPr>
          <a:xfrm>
            <a:off x="3048000" y="2895600"/>
            <a:ext cx="6096000" cy="30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93720"/>
            <a:ext cx="1109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667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A6F35-9E14-A6B7-275D-FBBC41A0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7320" y="6392926"/>
            <a:ext cx="2743200" cy="365125"/>
          </a:xfrm>
        </p:spPr>
        <p:txBody>
          <a:bodyPr/>
          <a:lstStyle/>
          <a:p>
            <a:fld id="{82346EB1-D8C1-484A-8587-730FF4300508}" type="slidenum">
              <a:rPr lang="en-IN" smtClean="0"/>
              <a:t>14</a:t>
            </a:fld>
            <a:endParaRPr lang="en-IN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D2281C17-C310-64CC-2D65-AA4A04BAE1E4}"/>
              </a:ext>
            </a:extLst>
          </p:cNvPr>
          <p:cNvSpPr/>
          <p:nvPr/>
        </p:nvSpPr>
        <p:spPr>
          <a:xfrm>
            <a:off x="2316480" y="5181600"/>
            <a:ext cx="987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and Communication Engineering</a:t>
            </a:r>
            <a:endParaRPr lang="en-US" sz="1533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01C34B78-64FD-D845-D87F-BB6F7C72C180}"/>
              </a:ext>
            </a:extLst>
          </p:cNvPr>
          <p:cNvSpPr/>
          <p:nvPr/>
        </p:nvSpPr>
        <p:spPr>
          <a:xfrm>
            <a:off x="2316480" y="5583936"/>
            <a:ext cx="987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राष्ट्रीय प्रौद्योगिकी संस्थान दुर्गापुर</a:t>
            </a:r>
            <a:endParaRPr lang="en-US" sz="16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B0C31F51-2062-954D-6C1B-659455AE9F03}"/>
              </a:ext>
            </a:extLst>
          </p:cNvPr>
          <p:cNvSpPr/>
          <p:nvPr/>
        </p:nvSpPr>
        <p:spPr>
          <a:xfrm>
            <a:off x="2316480" y="5949696"/>
            <a:ext cx="9875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Durgapur</a:t>
            </a:r>
            <a:endParaRPr lang="en-US" sz="1733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26259577-582E-EECE-5E65-5BF16477C99F}"/>
              </a:ext>
            </a:extLst>
          </p:cNvPr>
          <p:cNvSpPr/>
          <p:nvPr/>
        </p:nvSpPr>
        <p:spPr>
          <a:xfrm>
            <a:off x="2316480" y="6327648"/>
            <a:ext cx="9875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Mahatma Gandhi Avenue, Durgapur-713209, West Bengal, INDIA</a:t>
            </a:r>
            <a:endParaRPr lang="en-US" sz="1333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782A90F7-A005-4616-23ED-2107652A1712}"/>
              </a:ext>
            </a:extLst>
          </p:cNvPr>
          <p:cNvSpPr txBox="1">
            <a:spLocks noChangeArrowheads="1"/>
          </p:cNvSpPr>
          <p:nvPr/>
        </p:nvSpPr>
        <p:spPr>
          <a:xfrm rot="16200000">
            <a:off x="-3068637" y="3068638"/>
            <a:ext cx="6858000" cy="720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IN" sz="2800" b="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PG SEMINAR  PRESENTATION</a:t>
            </a:r>
            <a:r>
              <a:rPr lang="en-IN" sz="2800" b="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2026</a:t>
            </a:r>
          </a:p>
          <a:p>
            <a:pPr algn="ctr">
              <a:defRPr/>
            </a:pPr>
            <a:endParaRPr lang="en-IN" sz="4000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Picture 2" descr="http://icegateinstitute.com/images/y/NIT-Durgapur.png">
            <a:extLst>
              <a:ext uri="{FF2B5EF4-FFF2-40B4-BE49-F238E27FC236}">
                <a16:creationId xmlns:a16="http://schemas.microsoft.com/office/drawing/2014/main" id="{2FD7991C-7C21-2066-A238-9456C5580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181600"/>
            <a:ext cx="1271072" cy="127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2393</TotalTime>
  <Words>1479</Words>
  <Application>Microsoft Office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Irfan</dc:creator>
  <cp:lastModifiedBy>Md. Irfan</cp:lastModifiedBy>
  <cp:revision>37</cp:revision>
  <dcterms:created xsi:type="dcterms:W3CDTF">2026-05-04T12:21:13Z</dcterms:created>
  <dcterms:modified xsi:type="dcterms:W3CDTF">2026-05-12T05:25:00Z</dcterms:modified>
</cp:coreProperties>
</file>